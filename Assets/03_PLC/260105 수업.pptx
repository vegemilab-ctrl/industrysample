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4" r:id="rId3"/>
    <p:sldId id="273" r:id="rId4"/>
    <p:sldId id="290" r:id="rId5"/>
    <p:sldId id="291" r:id="rId6"/>
    <p:sldId id="29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8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ECAE6-BAD7-DA3C-D756-A06051A4E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0D9399-5174-ECA9-F278-B77557BFB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C808C-B58D-4D6C-C8B3-675EA3A53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C8925D-D0F8-9DE1-F790-C5EF95C59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BC819-6A7E-4F27-BD31-E20EDD6E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30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42817-E51D-B76A-F5D9-2CAEA32A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2F79AF-AC0B-55C7-B7B5-A5ED6DD2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DF1C31-F931-0267-F7D6-7405B480C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D23B18-9016-9E50-AC66-85086A72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1A898-28E0-EFFF-696C-F57544178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77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FE940-15BB-AB71-3991-4F7C44B7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4DC317-1B91-D49B-7071-82CD597F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D25B4A-0CA7-9177-74AD-CA2E0DB0F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E6B173-64B2-2C59-142B-EF36AF4A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F2E2E5-2246-D3C5-8FF5-15CD4E96F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312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E4EDC7-E815-8985-2953-3D2E0F0C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4D72F0-00F0-8A10-B664-2F29B2F330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A3D0F8-5778-8A59-56F6-C65BF5D6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4CC0C-1957-5C43-B14D-416699BED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1F0505-E8BF-BD3A-937E-C612FE29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E00954-86BD-8F70-6490-CCA5592F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96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586FA5-1293-0E3E-B3D6-A85956B4D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17BB11-121F-4CA0-76BC-1E74B888C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B3F6F7-C640-A683-EBD4-4F24F0A05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56DA86-4427-A0D6-4CA7-6A85765AD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36D32F-FE80-790E-FCA4-2AF7471D8B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C7BD550-A024-356A-D5D6-B89D8C5C4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856F6-E0B2-BA5C-168D-4849E49A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C63B66-8348-7CBE-B0E6-8AABF19A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05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C52C6-28CD-3780-B4E1-075865DBA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534CCC-E0E2-8395-4B06-5E3E2D7FD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FBA8EFC-35E5-6ED8-6B99-B9AD2D518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6BA6C-F1BA-8C80-93BE-030C0904A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899FAE-F95E-2801-0927-40E18099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E65D060-2831-D30D-E3F8-58B6B01A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3A754-5645-3A31-2FA3-1403D9257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3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AA704-393F-E3B3-E34A-5FB3AAFF7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8A321-3164-DD38-BF9E-62162F06E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18E1D6-FD36-C873-756E-628026766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A428C3-CC50-95B0-0306-BD81A97A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90C40B-D1A4-F5C9-993F-F9C9F0A5F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18B98C-0DB3-F7AB-C49F-2A233FD7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289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3B8FB-E0AE-DBA6-B90B-1BBED9152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15A291-3A81-B88E-5F44-02675C08C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FCD5F8-E700-84C7-2181-F8174646C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6EDF5B-6E2B-25AF-8E68-44D0D4B94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A60812-4796-A2EC-FAC0-9D719A42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468CE2-4833-BDD2-96D1-2F076254E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699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ABBE9-A762-48C7-F445-98D5597D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3B5809-F106-FBE2-9707-7B6F113A15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04C54F-0069-B7F7-AE53-444F715DC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1819E8-5929-C620-44B5-68C23BA5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ECB77-7F8C-9ADC-BA4B-2CB2421A7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2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7939E34-389E-C0FC-723F-18DE29F8FF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50FB54-8592-58EE-53FC-30915F569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C1475-4BA9-9335-4570-7C0363B4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C0602A-BC2D-71DD-FDF7-564F9D0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1E57E0-7B96-91A5-E66D-25E5EFDDF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27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79FDC5-9FA8-110D-AE20-FDAF0930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0390C5-2155-66AE-B850-AF540A6C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C36670-5C44-9B3D-3B9C-7EF5A42A9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85DD9-11D9-4165-9BEF-7D7B1F9BC15D}" type="datetimeFigureOut">
              <a:rPr lang="ko-KR" altLang="en-US" smtClean="0"/>
              <a:t>2026-01-05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26D03A-C4C3-7D71-B6E7-923BE003F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38F090-7E30-6A3A-AF67-F162D32C8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CC89C-9BA6-4C34-9ECE-BFCD585EA3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13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3AC59-B0B5-3F49-245D-CD1ECCB8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260105 </a:t>
            </a:r>
            <a:r>
              <a:rPr lang="ko-KR" altLang="en-US" sz="2000" dirty="0"/>
              <a:t>수업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4FFC77-2312-ACBB-ED19-EA64CEBF07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0291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12564-234A-019A-2D13-EDE35BCB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19C01-1989-6BFE-6A4E-2FD1F49FB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18862A-5266-29EA-D5FD-7CEE8A8D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30694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3C90C-67E1-1DE9-ECAC-A001F144C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B8E1A-12EB-B968-4ABD-13EB1C495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968"/>
            <a:ext cx="12192000" cy="6584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387788-D334-409D-E7B6-8623545583C5}"/>
              </a:ext>
            </a:extLst>
          </p:cNvPr>
          <p:cNvSpPr txBox="1"/>
          <p:nvPr/>
        </p:nvSpPr>
        <p:spPr>
          <a:xfrm>
            <a:off x="2391508" y="4107767"/>
            <a:ext cx="7067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아날로그 모듈 </a:t>
            </a:r>
            <a:r>
              <a:rPr lang="en-US" altLang="ko-KR" dirty="0"/>
              <a:t>– </a:t>
            </a:r>
            <a:r>
              <a:rPr lang="ko-KR" altLang="en-US" dirty="0"/>
              <a:t>인텔리전트는 </a:t>
            </a:r>
            <a:r>
              <a:rPr lang="en-US" altLang="ko-KR" dirty="0"/>
              <a:t>4</a:t>
            </a:r>
            <a:r>
              <a:rPr lang="ko-KR" altLang="en-US" dirty="0"/>
              <a:t>번부터</a:t>
            </a:r>
            <a:r>
              <a:rPr lang="en-US" altLang="ko-KR" dirty="0"/>
              <a:t>, </a:t>
            </a:r>
            <a:r>
              <a:rPr lang="ko-KR" altLang="en-US" dirty="0"/>
              <a:t>채널 </a:t>
            </a:r>
            <a:r>
              <a:rPr lang="en-US" altLang="ko-KR" dirty="0"/>
              <a:t>1~8</a:t>
            </a:r>
            <a:r>
              <a:rPr lang="ko-KR" altLang="en-US" dirty="0"/>
              <a:t>번 중 </a:t>
            </a:r>
            <a:r>
              <a:rPr lang="en-US" altLang="ko-KR" dirty="0"/>
              <a:t>1</a:t>
            </a:r>
            <a:r>
              <a:rPr lang="ko-KR" altLang="en-US" dirty="0"/>
              <a:t>번째 채널</a:t>
            </a:r>
          </a:p>
        </p:txBody>
      </p:sp>
    </p:spTree>
    <p:extLst>
      <p:ext uri="{BB962C8B-B14F-4D97-AF65-F5344CB8AC3E}">
        <p14:creationId xmlns:p14="http://schemas.microsoft.com/office/powerpoint/2010/main" val="1583715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7F39-E197-EC67-11A0-6C46B07E4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72835D-8AD4-90C0-D3E0-726C5009F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968"/>
            <a:ext cx="12192000" cy="65840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AAD0FC-45AE-EFD9-6C95-A86FF0320DD4}"/>
              </a:ext>
            </a:extLst>
          </p:cNvPr>
          <p:cNvSpPr txBox="1"/>
          <p:nvPr/>
        </p:nvSpPr>
        <p:spPr>
          <a:xfrm>
            <a:off x="3221503" y="1783469"/>
            <a:ext cx="822372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현재 단수가 </a:t>
            </a:r>
            <a:r>
              <a:rPr lang="en-US" altLang="ko-KR" dirty="0"/>
              <a:t>0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주파수 제어 사용 가능</a:t>
            </a:r>
            <a:endParaRPr lang="en-US" altLang="ko-KR" dirty="0"/>
          </a:p>
          <a:p>
            <a:r>
              <a:rPr lang="ko-KR" altLang="en-US" dirty="0"/>
              <a:t>디자이너에서 조정할 수 있는 주파수 범위는 </a:t>
            </a:r>
            <a:r>
              <a:rPr lang="en-US" altLang="ko-KR" dirty="0"/>
              <a:t>0~120Hz</a:t>
            </a:r>
          </a:p>
          <a:p>
            <a:r>
              <a:rPr lang="en-US" altLang="ko-KR" dirty="0"/>
              <a:t>D3</a:t>
            </a:r>
            <a:r>
              <a:rPr lang="ko-KR" altLang="en-US" dirty="0"/>
              <a:t>에 목표 </a:t>
            </a:r>
            <a:r>
              <a:rPr lang="en-US" altLang="ko-KR" dirty="0"/>
              <a:t>Hz</a:t>
            </a:r>
            <a:r>
              <a:rPr lang="ko-KR" altLang="en-US" dirty="0"/>
              <a:t>입력</a:t>
            </a:r>
            <a:r>
              <a:rPr lang="en-US" altLang="ko-KR" dirty="0"/>
              <a:t>, PLC </a:t>
            </a:r>
            <a:r>
              <a:rPr lang="ko-KR" altLang="en-US" dirty="0"/>
              <a:t>분해능 </a:t>
            </a:r>
            <a:r>
              <a:rPr lang="en-US" altLang="ko-KR" dirty="0"/>
              <a:t>0~4,000</a:t>
            </a:r>
            <a:r>
              <a:rPr lang="ko-KR" altLang="en-US" dirty="0"/>
              <a:t>이므로</a:t>
            </a:r>
            <a:endParaRPr lang="en-US" altLang="ko-KR" dirty="0"/>
          </a:p>
          <a:p>
            <a:r>
              <a:rPr lang="en-US" altLang="ko-KR" dirty="0"/>
              <a:t>0Hz = 0, 120Hz = 4,000</a:t>
            </a:r>
            <a:r>
              <a:rPr lang="ko-KR" altLang="en-US" dirty="0"/>
              <a:t>으로 받아들임</a:t>
            </a:r>
            <a:endParaRPr lang="en-US" altLang="ko-KR" dirty="0"/>
          </a:p>
          <a:p>
            <a:r>
              <a:rPr lang="en-US" altLang="ko-KR" dirty="0"/>
              <a:t>120*4,000 = 480,000</a:t>
            </a:r>
            <a:r>
              <a:rPr lang="ko-KR" altLang="en-US" dirty="0"/>
              <a:t>이므로 </a:t>
            </a:r>
            <a:r>
              <a:rPr lang="en-US" altLang="ko-KR" dirty="0"/>
              <a:t>D</a:t>
            </a:r>
            <a:r>
              <a:rPr lang="ko-KR" altLang="en-US" dirty="0"/>
              <a:t>워드</a:t>
            </a:r>
            <a:r>
              <a:rPr lang="en-US" altLang="ko-KR" dirty="0"/>
              <a:t>(32</a:t>
            </a:r>
            <a:r>
              <a:rPr lang="ko-KR" altLang="en-US" dirty="0"/>
              <a:t>비트</a:t>
            </a:r>
            <a:r>
              <a:rPr lang="en-US" altLang="ko-KR" dirty="0"/>
              <a:t>)</a:t>
            </a:r>
            <a:r>
              <a:rPr lang="ko-KR" altLang="en-US" dirty="0"/>
              <a:t> 사용함</a:t>
            </a:r>
            <a:endParaRPr lang="en-US" altLang="ko-KR" dirty="0"/>
          </a:p>
          <a:p>
            <a:r>
              <a:rPr lang="ko-KR" altLang="en-US" dirty="0"/>
              <a:t>예약목표</a:t>
            </a:r>
            <a:r>
              <a:rPr lang="en-US" altLang="ko-KR" dirty="0"/>
              <a:t>Hz</a:t>
            </a:r>
            <a:r>
              <a:rPr lang="ko-KR" altLang="en-US" dirty="0"/>
              <a:t>가 </a:t>
            </a:r>
            <a:r>
              <a:rPr lang="en-US" altLang="ko-KR" dirty="0"/>
              <a:t>60</a:t>
            </a:r>
            <a:r>
              <a:rPr lang="ko-KR" altLang="en-US" dirty="0"/>
              <a:t>이면 </a:t>
            </a:r>
            <a:r>
              <a:rPr lang="en-US" altLang="ko-KR" dirty="0"/>
              <a:t>60*4,000 = 240,000</a:t>
            </a:r>
          </a:p>
          <a:p>
            <a:r>
              <a:rPr lang="en-US" altLang="ko-KR" dirty="0"/>
              <a:t>240,000/120 = 2,000</a:t>
            </a:r>
            <a:r>
              <a:rPr lang="ko-KR" altLang="en-US" dirty="0"/>
              <a:t>으로 입력됨</a:t>
            </a:r>
            <a:endParaRPr lang="en-US" altLang="ko-KR" dirty="0"/>
          </a:p>
          <a:p>
            <a:r>
              <a:rPr lang="ko-KR" altLang="en-US" dirty="0"/>
              <a:t>디자이너에 표시되는 주파수는 </a:t>
            </a:r>
            <a:r>
              <a:rPr lang="en-US" altLang="ko-KR" dirty="0"/>
              <a:t>D3</a:t>
            </a:r>
            <a:r>
              <a:rPr lang="ko-KR" altLang="en-US" dirty="0"/>
              <a:t>로 표현하고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PLC </a:t>
            </a:r>
            <a:r>
              <a:rPr lang="ko-KR" altLang="en-US" dirty="0" err="1"/>
              <a:t>래더에서</a:t>
            </a:r>
            <a:r>
              <a:rPr lang="ko-KR" altLang="en-US" dirty="0"/>
              <a:t> 사용하는 입력은 곱하기 </a:t>
            </a:r>
            <a:r>
              <a:rPr lang="en-US" altLang="ko-KR" dirty="0"/>
              <a:t>4,000 </a:t>
            </a:r>
            <a:r>
              <a:rPr lang="ko-KR" altLang="en-US" dirty="0"/>
              <a:t>후 나누기 </a:t>
            </a:r>
            <a:r>
              <a:rPr lang="en-US" altLang="ko-KR" dirty="0"/>
              <a:t>120 </a:t>
            </a:r>
            <a:r>
              <a:rPr lang="ko-KR" altLang="en-US" dirty="0"/>
              <a:t>한 값으로 계산함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6600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494D6-756F-D6A4-5ABE-C13512D9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멀티미디어 소프트웨어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B07D3A-EC9D-7FE7-9271-AAAECCD9E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E746BB-D549-0F72-CB38-3D53C94C5C1C}"/>
              </a:ext>
            </a:extLst>
          </p:cNvPr>
          <p:cNvSpPr txBox="1"/>
          <p:nvPr/>
        </p:nvSpPr>
        <p:spPr>
          <a:xfrm>
            <a:off x="1026941" y="4965896"/>
            <a:ext cx="4435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센서가 감지하면 변경된 값을 </a:t>
            </a:r>
            <a:r>
              <a:rPr lang="en-US" altLang="ko-KR" dirty="0">
                <a:solidFill>
                  <a:srgbClr val="FF0000"/>
                </a:solidFill>
              </a:rPr>
              <a:t>PLC</a:t>
            </a:r>
            <a:r>
              <a:rPr lang="ko-KR" altLang="en-US" dirty="0">
                <a:solidFill>
                  <a:srgbClr val="FF0000"/>
                </a:solidFill>
              </a:rPr>
              <a:t>에 보냄</a:t>
            </a:r>
          </a:p>
        </p:txBody>
      </p:sp>
    </p:spTree>
    <p:extLst>
      <p:ext uri="{BB962C8B-B14F-4D97-AF65-F5344CB8AC3E}">
        <p14:creationId xmlns:p14="http://schemas.microsoft.com/office/powerpoint/2010/main" val="1042878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DAB3-25B7-123A-F329-48BDBFD5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3030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Words>103</Words>
  <Application>Microsoft Office PowerPoint</Application>
  <PresentationFormat>와이드스크린</PresentationFormat>
  <Paragraphs>12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260105 수업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EZENIC</dc:creator>
  <cp:lastModifiedBy>EZENIC</cp:lastModifiedBy>
  <cp:revision>132</cp:revision>
  <dcterms:created xsi:type="dcterms:W3CDTF">2025-12-17T01:02:00Z</dcterms:created>
  <dcterms:modified xsi:type="dcterms:W3CDTF">2026-01-05T10:10:46Z</dcterms:modified>
</cp:coreProperties>
</file>