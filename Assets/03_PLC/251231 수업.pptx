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4" r:id="rId3"/>
    <p:sldId id="273" r:id="rId4"/>
    <p:sldId id="276" r:id="rId5"/>
    <p:sldId id="274" r:id="rId6"/>
    <p:sldId id="285" r:id="rId7"/>
    <p:sldId id="279" r:id="rId8"/>
    <p:sldId id="280" r:id="rId9"/>
    <p:sldId id="282" r:id="rId10"/>
    <p:sldId id="283" r:id="rId11"/>
    <p:sldId id="286" r:id="rId12"/>
    <p:sldId id="287" r:id="rId13"/>
    <p:sldId id="288" r:id="rId14"/>
    <p:sldId id="28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CAE6-BAD7-DA3C-D756-A06051A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9399-5174-ECA9-F278-B77557BF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808C-B58D-4D6C-C8B3-675EA3A5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8925D-D0F8-9DE1-F790-C5EF95C5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BC819-6A7E-4F27-BD31-E20EDD6E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42817-E51D-B76A-F5D9-2CAEA32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79AF-AC0B-55C7-B7B5-A5ED6DD2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F1C31-F931-0267-F7D6-7405B48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23B18-9016-9E50-AC66-85086A72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A898-28E0-EFFF-696C-F5754417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FE940-15BB-AB71-3991-4F7C44B7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DC317-1B91-D49B-7071-82CD597F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25B4A-0CA7-9177-74AD-CA2E0DB0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6B173-64B2-2C59-142B-EF36AF4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2E2E5-2246-D3C5-8FF5-15CD4E9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1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EDC7-E815-8985-2953-3D2E0F0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D72F0-00F0-8A10-B664-2F29B2F3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3D0F8-5778-8A59-56F6-C65BF5D6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4CC0C-1957-5C43-B14D-416699BE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F0505-E8BF-BD3A-937E-C612FE2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00954-86BD-8F70-6490-CCA5592F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6FA5-1293-0E3E-B3D6-A85956B4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17BB11-121F-4CA0-76BC-1E74B888C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B3F6F7-C640-A683-EBD4-4F24F0A0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6DA86-4427-A0D6-4CA7-6A85765AD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6D32F-FE80-790E-FCA4-2AF7471D8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7BD550-A024-356A-D5D6-B89D8C5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856F6-E0B2-BA5C-168D-4849E49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C63B66-8348-7CBE-B0E6-8AABF19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52C6-28CD-3780-B4E1-075865D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34CCC-E0E2-8395-4B06-5E3E2D7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A8EFC-35E5-6ED8-6B99-B9AD2D51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6BA6C-F1BA-8C80-93BE-030C0904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99FAE-F95E-2801-0927-40E18099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5D060-2831-D30D-E3F8-58B6B01A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3A754-5645-3A31-2FA3-1403D92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AA704-393F-E3B3-E34A-5FB3AAFF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A321-3164-DD38-BF9E-62162F06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8E1D6-FD36-C873-756E-62802676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A428C3-CC50-95B0-0306-BD81A9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0C40B-D1A4-F5C9-993F-F9C9F0A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8B98C-0DB3-F7AB-C49F-2A233FD7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3B8FB-E0AE-DBA6-B90B-1BBED91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15A291-3A81-B88E-5F44-02675C08C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CD5F8-E700-84C7-2181-F8174646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6EDF5B-6E2B-25AF-8E68-44D0D4B9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60812-4796-A2EC-FAC0-9D719A4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68CE2-4833-BDD2-96D1-2F076254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69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ABBE9-A762-48C7-F445-98D5597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5809-F106-FBE2-9707-7B6F113A1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4C54F-0069-B7F7-AE53-444F715D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819E8-5929-C620-44B5-68C23BA5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ECB77-7F8C-9ADC-BA4B-2CB2421A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2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939E34-389E-C0FC-723F-18DE29F8F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50FB54-8592-58EE-53FC-30915F56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C1475-4BA9-9335-4570-7C0363B4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602A-BC2D-71DD-FDF7-564F9D0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E57E0-7B96-91A5-E66D-25E5EFD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79FDC5-9FA8-110D-AE20-FDAF0930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90C5-2155-66AE-B850-AF540A6C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36670-5C44-9B3D-3B9C-7EF5A42A9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85DD9-11D9-4165-9BEF-7D7B1F9BC15D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6D03A-C4C3-7D71-B6E7-923BE003F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8F090-7E30-6A3A-AF67-F162D32C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1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AC59-B0B5-3F49-245D-CD1ECCB8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251231 </a:t>
            </a:r>
            <a:r>
              <a:rPr lang="ko-KR" altLang="en-US" sz="2000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FFC77-2312-ACBB-ED19-EA64CEBF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Insert : </a:t>
            </a:r>
            <a:r>
              <a:rPr lang="ko-KR" altLang="en-US" sz="1800" dirty="0"/>
              <a:t>삽입모드 누르면 보라색으로 변함</a:t>
            </a:r>
            <a:r>
              <a:rPr lang="en-US" altLang="ko-KR" sz="1800" dirty="0"/>
              <a:t>, </a:t>
            </a:r>
            <a:r>
              <a:rPr lang="ko-KR" altLang="en-US" sz="1800" dirty="0"/>
              <a:t>그 상태에서 추가하면 됨 </a:t>
            </a:r>
            <a:r>
              <a:rPr lang="en-US" altLang="ko-KR" sz="1800" dirty="0"/>
              <a:t>(</a:t>
            </a:r>
            <a:r>
              <a:rPr lang="ko-KR" altLang="en-US" sz="1800" dirty="0"/>
              <a:t>디폴트 </a:t>
            </a:r>
            <a:r>
              <a:rPr lang="en-US" altLang="ko-KR" sz="1800" dirty="0"/>
              <a:t>: </a:t>
            </a:r>
            <a:r>
              <a:rPr lang="ko-KR" altLang="en-US" sz="1800" dirty="0"/>
              <a:t>파란색</a:t>
            </a:r>
            <a:r>
              <a:rPr lang="en-US" altLang="ko-KR" sz="1800" dirty="0"/>
              <a:t>)</a:t>
            </a:r>
          </a:p>
          <a:p>
            <a:r>
              <a:rPr lang="ko-KR" altLang="en-US" sz="1800" dirty="0"/>
              <a:t>또는 </a:t>
            </a:r>
            <a:r>
              <a:rPr lang="en-US" altLang="ko-KR" sz="1800" dirty="0"/>
              <a:t>ctrl + insert</a:t>
            </a:r>
          </a:p>
          <a:p>
            <a:endParaRPr lang="en-US" altLang="ko-KR" sz="1800" dirty="0"/>
          </a:p>
          <a:p>
            <a:r>
              <a:rPr lang="ko-KR" altLang="en-US" sz="1800" dirty="0" err="1"/>
              <a:t>소스트리</a:t>
            </a:r>
            <a:r>
              <a:rPr lang="ko-KR" altLang="en-US" sz="1800" dirty="0"/>
              <a:t> 다운 받아서 인버터 저속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중속</a:t>
            </a:r>
            <a:r>
              <a:rPr lang="en-US" altLang="ko-KR" sz="1800" dirty="0"/>
              <a:t>, </a:t>
            </a:r>
            <a:r>
              <a:rPr lang="ko-KR" altLang="en-US" sz="1800" dirty="0"/>
              <a:t>고속 따라서 해볼 것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(AC</a:t>
            </a:r>
            <a:r>
              <a:rPr lang="ko-KR" altLang="en-US" sz="1800" dirty="0"/>
              <a:t>모터</a:t>
            </a:r>
            <a:r>
              <a:rPr lang="en-US" altLang="ko-KR" sz="1800" dirty="0"/>
              <a:t>, </a:t>
            </a:r>
            <a:r>
              <a:rPr lang="ko-KR" altLang="en-US" sz="1800" dirty="0"/>
              <a:t>실린더 작동 </a:t>
            </a:r>
            <a:r>
              <a:rPr lang="ko-KR" altLang="en-US" sz="1800" dirty="0" err="1"/>
              <a:t>안할</a:t>
            </a:r>
            <a:r>
              <a:rPr lang="ko-KR" altLang="en-US" sz="1800" dirty="0"/>
              <a:t> 때 작동방향 일치하는 지 확인할 것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AC</a:t>
            </a:r>
            <a:r>
              <a:rPr lang="ko-KR" altLang="en-US" sz="1800" dirty="0"/>
              <a:t>모터 안 돌아갔을 때 변경한 것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02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12564-234A-019A-2D13-EDE35BCB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9C01-1989-6BFE-6A4E-2FD1F49F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Ctrl + mm : </a:t>
            </a:r>
            <a:r>
              <a:rPr lang="ko-KR" altLang="en-US" sz="2000" dirty="0"/>
              <a:t>숨긴 스크립트 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8862A-5266-29EA-D5FD-7CEE8A8D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버튼에 </a:t>
            </a:r>
            <a:r>
              <a:rPr lang="ko-KR" altLang="en-US" sz="1800" dirty="0" err="1"/>
              <a:t>이벤트트리거</a:t>
            </a:r>
            <a:r>
              <a:rPr lang="ko-KR" altLang="en-US" sz="1800" dirty="0"/>
              <a:t> 추가 포인터다운 </a:t>
            </a:r>
            <a:r>
              <a:rPr lang="en-US" altLang="ko-KR" sz="1800" dirty="0"/>
              <a:t>– </a:t>
            </a:r>
            <a:r>
              <a:rPr lang="ko-KR" altLang="en-US" sz="1800" dirty="0"/>
              <a:t>누를 때 신호를 </a:t>
            </a:r>
            <a:r>
              <a:rPr lang="ko-KR" altLang="en-US" sz="1800" dirty="0" err="1"/>
              <a:t>트루</a:t>
            </a:r>
            <a:r>
              <a:rPr lang="en-US" altLang="ko-KR" sz="1800" dirty="0"/>
              <a:t>, </a:t>
            </a:r>
            <a:r>
              <a:rPr lang="ko-KR" altLang="en-US" sz="1800" dirty="0"/>
              <a:t>물리버튼 작동</a:t>
            </a:r>
            <a:endParaRPr lang="en-US" altLang="ko-KR" sz="1800" dirty="0"/>
          </a:p>
          <a:p>
            <a:r>
              <a:rPr lang="ko-KR" altLang="en-US" sz="1800" dirty="0"/>
              <a:t>버튼을 뗄 때 모터 수동제어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자기유지 </a:t>
            </a:r>
            <a:r>
              <a:rPr lang="en-US" altLang="ko-KR" sz="1800" dirty="0"/>
              <a:t>– </a:t>
            </a:r>
            <a:r>
              <a:rPr lang="ko-KR" altLang="en-US" sz="1800" dirty="0"/>
              <a:t>유니티 버튼 사용해야 함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 err="1"/>
              <a:t>토글</a:t>
            </a:r>
            <a:r>
              <a:rPr lang="ko-KR" altLang="en-US" sz="1800" dirty="0"/>
              <a:t> 사용하려면 자기유지 회로를 삭제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처음에는 </a:t>
            </a:r>
            <a:r>
              <a:rPr lang="ko-KR" altLang="en-US" sz="1800" dirty="0" err="1"/>
              <a:t>인터록</a:t>
            </a:r>
            <a:r>
              <a:rPr lang="ko-KR" altLang="en-US" sz="1800" dirty="0"/>
              <a:t> 스텝으로 연습</a:t>
            </a:r>
            <a:r>
              <a:rPr lang="en-US" altLang="ko-KR" sz="1800" dirty="0"/>
              <a:t>, </a:t>
            </a:r>
            <a:r>
              <a:rPr lang="ko-KR" altLang="en-US" sz="1800" dirty="0"/>
              <a:t>차단할 때 바로 추가해서 적용시킬 수 있음</a:t>
            </a:r>
            <a:r>
              <a:rPr lang="en-US" altLang="ko-KR" sz="1800" dirty="0"/>
              <a:t>, </a:t>
            </a:r>
            <a:r>
              <a:rPr lang="ko-KR" altLang="en-US" sz="1800" dirty="0"/>
              <a:t>연속적인 회로에서도 덜 헷갈림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30694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3C90C-67E1-1DE9-ECAC-A001F144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B82B37-4D43-E4C2-F4BC-B928B5F55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1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95A4-BB56-75B6-96AF-2DE24292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4FAE55-CAEC-2EC3-FF4C-F5C8239F3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068F9D-B179-260A-08DF-61A1713752CE}"/>
              </a:ext>
            </a:extLst>
          </p:cNvPr>
          <p:cNvSpPr txBox="1"/>
          <p:nvPr/>
        </p:nvSpPr>
        <p:spPr>
          <a:xfrm flipH="1">
            <a:off x="8009263" y="1873360"/>
            <a:ext cx="398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단계에서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단계 버튼 누르면 실행됨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BUSY </a:t>
            </a:r>
            <a:r>
              <a:rPr lang="ko-KR" altLang="en-US" sz="1200" dirty="0">
                <a:solidFill>
                  <a:srgbClr val="FF0000"/>
                </a:solidFill>
              </a:rPr>
              <a:t>메모리 삽입함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BUSY(M4) : M0~M3 </a:t>
            </a:r>
            <a:r>
              <a:rPr lang="ko-KR" altLang="en-US" sz="1200" dirty="0">
                <a:solidFill>
                  <a:srgbClr val="FF0000"/>
                </a:solidFill>
              </a:rPr>
              <a:t>병렬 연결하고 출력에 </a:t>
            </a:r>
            <a:r>
              <a:rPr lang="en-US" altLang="ko-KR" sz="1200" dirty="0">
                <a:solidFill>
                  <a:srgbClr val="FF0000"/>
                </a:solidFill>
              </a:rPr>
              <a:t>M4</a:t>
            </a:r>
            <a:r>
              <a:rPr lang="ko-KR" altLang="en-US" sz="1200" dirty="0">
                <a:solidFill>
                  <a:srgbClr val="FF0000"/>
                </a:solidFill>
              </a:rPr>
              <a:t>로 설정</a:t>
            </a:r>
          </a:p>
        </p:txBody>
      </p:sp>
      <p:pic>
        <p:nvPicPr>
          <p:cNvPr id="8" name="그림 7" descr="텍스트, 폰트, 대수학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CCC229-03AB-BD4D-C2EB-144D27947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290" y="4050477"/>
            <a:ext cx="60388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5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680E-DC28-5C53-A259-38A50CCF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4979E7-03BC-5E1F-E782-7C6590ADD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37E50-2893-61EE-3188-B01744B84256}"/>
              </a:ext>
            </a:extLst>
          </p:cNvPr>
          <p:cNvSpPr txBox="1"/>
          <p:nvPr/>
        </p:nvSpPr>
        <p:spPr>
          <a:xfrm flipH="1">
            <a:off x="8154007" y="3429000"/>
            <a:ext cx="3369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단계 시작버튼 전 단에 </a:t>
            </a:r>
            <a:r>
              <a:rPr lang="en-US" altLang="ko-KR" sz="1200" dirty="0">
                <a:solidFill>
                  <a:srgbClr val="FF0000"/>
                </a:solidFill>
              </a:rPr>
              <a:t>M4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B</a:t>
            </a:r>
            <a:r>
              <a:rPr lang="ko-KR" altLang="en-US" sz="1200" dirty="0">
                <a:solidFill>
                  <a:srgbClr val="FF0000"/>
                </a:solidFill>
              </a:rPr>
              <a:t>접점을 추가해서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단계 진행중에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단계가 작동하지 않게 함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(2</a:t>
            </a:r>
            <a:r>
              <a:rPr lang="ko-KR" altLang="en-US" sz="1200" dirty="0">
                <a:solidFill>
                  <a:srgbClr val="FF0000"/>
                </a:solidFill>
              </a:rPr>
              <a:t>단계 완료 시점에는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단계</a:t>
            </a:r>
            <a:r>
              <a:rPr lang="en-US" altLang="ko-KR" sz="1200" dirty="0">
                <a:solidFill>
                  <a:srgbClr val="FF0000"/>
                </a:solidFill>
              </a:rPr>
              <a:t>, 3</a:t>
            </a:r>
            <a:r>
              <a:rPr lang="ko-KR" altLang="en-US" sz="1200" dirty="0">
                <a:solidFill>
                  <a:srgbClr val="FF0000"/>
                </a:solidFill>
              </a:rPr>
              <a:t>단계 </a:t>
            </a:r>
            <a:r>
              <a:rPr lang="ko-KR" altLang="en-US" sz="1200" dirty="0" err="1">
                <a:solidFill>
                  <a:srgbClr val="FF0000"/>
                </a:solidFill>
              </a:rPr>
              <a:t>진행가능하므로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546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2A00-111A-A010-83CA-B02FE23F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BAA4D5-78AB-C6E3-020D-49DCC0835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526365-49E7-0985-27A7-3598881DB548}"/>
              </a:ext>
            </a:extLst>
          </p:cNvPr>
          <p:cNvSpPr txBox="1"/>
          <p:nvPr/>
        </p:nvSpPr>
        <p:spPr>
          <a:xfrm flipH="1">
            <a:off x="8804004" y="1842571"/>
            <a:ext cx="3101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BKRST : M0</a:t>
            </a:r>
            <a:r>
              <a:rPr lang="ko-KR" altLang="en-US" sz="1200" dirty="0">
                <a:solidFill>
                  <a:srgbClr val="FF0000"/>
                </a:solidFill>
              </a:rPr>
              <a:t>부터 </a:t>
            </a:r>
            <a:r>
              <a:rPr lang="en-US" altLang="ko-KR" sz="1200" dirty="0">
                <a:solidFill>
                  <a:srgbClr val="FF0000"/>
                </a:solidFill>
              </a:rPr>
              <a:t>M4</a:t>
            </a:r>
            <a:r>
              <a:rPr lang="ko-KR" altLang="en-US" sz="1200" dirty="0">
                <a:solidFill>
                  <a:srgbClr val="FF0000"/>
                </a:solidFill>
              </a:rPr>
              <a:t>까지 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개 일괄 리셋</a:t>
            </a:r>
          </a:p>
        </p:txBody>
      </p:sp>
    </p:spTree>
    <p:extLst>
      <p:ext uri="{BB962C8B-B14F-4D97-AF65-F5344CB8AC3E}">
        <p14:creationId xmlns:p14="http://schemas.microsoft.com/office/powerpoint/2010/main" val="200272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6ACB-0C11-35BB-B923-C48ECF72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6517E8-1D4B-97E0-7D95-100B5954B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F7C827-EF4B-627B-1F34-06BE6FCC6C3A}"/>
              </a:ext>
            </a:extLst>
          </p:cNvPr>
          <p:cNvSpPr txBox="1"/>
          <p:nvPr/>
        </p:nvSpPr>
        <p:spPr>
          <a:xfrm flipH="1">
            <a:off x="2783032" y="4698313"/>
            <a:ext cx="3101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Reverse </a:t>
            </a:r>
            <a:r>
              <a:rPr lang="ko-KR" altLang="en-US" sz="1200" dirty="0" err="1">
                <a:solidFill>
                  <a:srgbClr val="FF0000"/>
                </a:solidFill>
              </a:rPr>
              <a:t>리미트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9462460-BDCE-5FEC-2ADE-2D857E9AE3C1}"/>
              </a:ext>
            </a:extLst>
          </p:cNvPr>
          <p:cNvCxnSpPr/>
          <p:nvPr/>
        </p:nvCxnSpPr>
        <p:spPr>
          <a:xfrm flipH="1">
            <a:off x="3472873" y="3251200"/>
            <a:ext cx="314036" cy="13669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D916A2-D8C5-7946-AD3E-DCB97C8961E5}"/>
              </a:ext>
            </a:extLst>
          </p:cNvPr>
          <p:cNvSpPr txBox="1"/>
          <p:nvPr/>
        </p:nvSpPr>
        <p:spPr>
          <a:xfrm flipH="1">
            <a:off x="4625687" y="1553331"/>
            <a:ext cx="3101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Reverse </a:t>
            </a:r>
            <a:r>
              <a:rPr lang="ko-KR" altLang="en-US" sz="1200" dirty="0">
                <a:solidFill>
                  <a:srgbClr val="FF0000"/>
                </a:solidFill>
              </a:rPr>
              <a:t>센서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019F703-1651-55E6-1D33-B69BE7CF83A2}"/>
              </a:ext>
            </a:extLst>
          </p:cNvPr>
          <p:cNvCxnSpPr/>
          <p:nvPr/>
        </p:nvCxnSpPr>
        <p:spPr>
          <a:xfrm flipV="1">
            <a:off x="4054764" y="1830330"/>
            <a:ext cx="637309" cy="4972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17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FCCC-CD76-DB1A-823D-6CB94B66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E84A40-61E2-62A7-B346-C39B646B3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7206A3-16ED-3B3A-526B-400E624F3950}"/>
              </a:ext>
            </a:extLst>
          </p:cNvPr>
          <p:cNvSpPr txBox="1"/>
          <p:nvPr/>
        </p:nvSpPr>
        <p:spPr>
          <a:xfrm flipH="1">
            <a:off x="3429578" y="4624422"/>
            <a:ext cx="5317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Piston</a:t>
            </a:r>
            <a:r>
              <a:rPr lang="ko-KR" altLang="en-US" sz="1200" dirty="0">
                <a:solidFill>
                  <a:srgbClr val="FF0000"/>
                </a:solidFill>
              </a:rPr>
              <a:t>과 </a:t>
            </a:r>
            <a:r>
              <a:rPr lang="en-US" altLang="ko-KR" sz="1200" dirty="0">
                <a:solidFill>
                  <a:srgbClr val="FF0000"/>
                </a:solidFill>
              </a:rPr>
              <a:t>Reverse </a:t>
            </a:r>
            <a:r>
              <a:rPr lang="ko-KR" altLang="en-US" sz="1200" dirty="0">
                <a:solidFill>
                  <a:srgbClr val="FF0000"/>
                </a:solidFill>
              </a:rPr>
              <a:t>센서가 맞닿아 있어야 함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처음부터 신호 보내면서 시작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전진하면서 </a:t>
            </a:r>
            <a:r>
              <a:rPr lang="en-US" altLang="ko-KR" sz="1200" dirty="0">
                <a:solidFill>
                  <a:srgbClr val="FF0000"/>
                </a:solidFill>
              </a:rPr>
              <a:t>Forward </a:t>
            </a:r>
            <a:r>
              <a:rPr lang="ko-KR" altLang="en-US" sz="1200" dirty="0">
                <a:solidFill>
                  <a:srgbClr val="FF0000"/>
                </a:solidFill>
              </a:rPr>
              <a:t>센서에 접촉하면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초 후 후퇴 → 무한 반복 </a:t>
            </a:r>
          </a:p>
        </p:txBody>
      </p:sp>
    </p:spTree>
    <p:extLst>
      <p:ext uri="{BB962C8B-B14F-4D97-AF65-F5344CB8AC3E}">
        <p14:creationId xmlns:p14="http://schemas.microsoft.com/office/powerpoint/2010/main" val="26449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4F39-DEC9-329C-A290-93C624B5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46227C-C15C-311D-D851-B0B8D3F28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535F97EC-91E9-0DDD-3DC8-9D8E76C122F9}"/>
              </a:ext>
            </a:extLst>
          </p:cNvPr>
          <p:cNvSpPr/>
          <p:nvPr/>
        </p:nvSpPr>
        <p:spPr>
          <a:xfrm>
            <a:off x="10252363" y="4886037"/>
            <a:ext cx="434109" cy="415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7423C5E-745B-BB4D-8A7D-CFF116281876}"/>
              </a:ext>
            </a:extLst>
          </p:cNvPr>
          <p:cNvSpPr/>
          <p:nvPr/>
        </p:nvSpPr>
        <p:spPr>
          <a:xfrm>
            <a:off x="503382" y="2867891"/>
            <a:ext cx="808182" cy="3278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693E1-AECC-6C7A-E351-EADB0DE08AC4}"/>
              </a:ext>
            </a:extLst>
          </p:cNvPr>
          <p:cNvSpPr txBox="1"/>
          <p:nvPr/>
        </p:nvSpPr>
        <p:spPr>
          <a:xfrm flipH="1">
            <a:off x="2467553" y="4655342"/>
            <a:ext cx="531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포워드 센서에 닿으면 후퇴</a:t>
            </a:r>
            <a:r>
              <a:rPr lang="en-US" altLang="ko-KR" sz="1200" dirty="0">
                <a:solidFill>
                  <a:srgbClr val="FF0000"/>
                </a:solidFill>
              </a:rPr>
              <a:t>, X1 – </a:t>
            </a:r>
            <a:r>
              <a:rPr lang="ko-KR" altLang="en-US" sz="1200" dirty="0">
                <a:solidFill>
                  <a:srgbClr val="FF0000"/>
                </a:solidFill>
              </a:rPr>
              <a:t>후퇴 리드센서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포워드 센서에 </a:t>
            </a:r>
            <a:r>
              <a:rPr lang="en-US" altLang="ko-KR" sz="1200" dirty="0">
                <a:solidFill>
                  <a:srgbClr val="FF0000"/>
                </a:solidFill>
              </a:rPr>
              <a:t>X1 </a:t>
            </a:r>
            <a:r>
              <a:rPr lang="ko-KR" altLang="en-US" sz="1200" dirty="0">
                <a:solidFill>
                  <a:srgbClr val="FF0000"/>
                </a:solidFill>
              </a:rPr>
              <a:t>드래그해서 넣음</a:t>
            </a:r>
          </a:p>
        </p:txBody>
      </p:sp>
      <p:pic>
        <p:nvPicPr>
          <p:cNvPr id="8" name="그림 7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F6FCC7-2BC9-76D4-B91A-C1B9A3260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231" y="0"/>
            <a:ext cx="4545514" cy="4128762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1C3747F7-B8D0-865C-2163-9C4618DD5DF9}"/>
              </a:ext>
            </a:extLst>
          </p:cNvPr>
          <p:cNvSpPr/>
          <p:nvPr/>
        </p:nvSpPr>
        <p:spPr>
          <a:xfrm>
            <a:off x="5661891" y="1353128"/>
            <a:ext cx="434109" cy="415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36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8E2AF-5A56-F841-7CA9-1AD82E85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99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D10A-EFED-F2D5-0663-3F1CF8F8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526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3B1D-D394-451C-2478-7FB4232D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226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F8F4-656D-8ABF-9543-E2ED7792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17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E6D5-1D47-A494-72DB-4C6D6D978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01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212</Words>
  <Application>Microsoft Office PowerPoint</Application>
  <PresentationFormat>와이드스크린</PresentationFormat>
  <Paragraphs>28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251231 수업</vt:lpstr>
      <vt:lpstr>Ctrl + mm : 숨긴 스크립트 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EZENIC</dc:creator>
  <cp:lastModifiedBy>EZENIC</cp:lastModifiedBy>
  <cp:revision>105</cp:revision>
  <dcterms:created xsi:type="dcterms:W3CDTF">2025-12-17T01:02:00Z</dcterms:created>
  <dcterms:modified xsi:type="dcterms:W3CDTF">2025-12-31T10:02:54Z</dcterms:modified>
</cp:coreProperties>
</file>