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75" r:id="rId4"/>
    <p:sldId id="278" r:id="rId5"/>
    <p:sldId id="26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6" r:id="rId16"/>
    <p:sldId id="277" r:id="rId17"/>
    <p:sldId id="27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CAE6-BAD7-DA3C-D756-A06051A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9399-5174-ECA9-F278-B77557BF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808C-B58D-4D6C-C8B3-675EA3A5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8925D-D0F8-9DE1-F790-C5EF95C5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BC819-6A7E-4F27-BD31-E20EDD6E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42817-E51D-B76A-F5D9-2CAEA32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79AF-AC0B-55C7-B7B5-A5ED6DD2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F1C31-F931-0267-F7D6-7405B48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23B18-9016-9E50-AC66-85086A72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A898-28E0-EFFF-696C-F5754417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FE940-15BB-AB71-3991-4F7C44B7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DC317-1B91-D49B-7071-82CD597F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25B4A-0CA7-9177-74AD-CA2E0DB0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6B173-64B2-2C59-142B-EF36AF4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2E2E5-2246-D3C5-8FF5-15CD4E9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1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EDC7-E815-8985-2953-3D2E0F0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D72F0-00F0-8A10-B664-2F29B2F3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3D0F8-5778-8A59-56F6-C65BF5D6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4CC0C-1957-5C43-B14D-416699BE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F0505-E8BF-BD3A-937E-C612FE2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00954-86BD-8F70-6490-CCA5592F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6FA5-1293-0E3E-B3D6-A85956B4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17BB11-121F-4CA0-76BC-1E74B888C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B3F6F7-C640-A683-EBD4-4F24F0A0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6DA86-4427-A0D6-4CA7-6A85765AD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6D32F-FE80-790E-FCA4-2AF7471D8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7BD550-A024-356A-D5D6-B89D8C5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856F6-E0B2-BA5C-168D-4849E49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C63B66-8348-7CBE-B0E6-8AABF19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52C6-28CD-3780-B4E1-075865D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34CCC-E0E2-8395-4B06-5E3E2D7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A8EFC-35E5-6ED8-6B99-B9AD2D51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6BA6C-F1BA-8C80-93BE-030C0904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99FAE-F95E-2801-0927-40E18099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5D060-2831-D30D-E3F8-58B6B01A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3A754-5645-3A31-2FA3-1403D92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AA704-393F-E3B3-E34A-5FB3AAFF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A321-3164-DD38-BF9E-62162F06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8E1D6-FD36-C873-756E-62802676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A428C3-CC50-95B0-0306-BD81A9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0C40B-D1A4-F5C9-993F-F9C9F0A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8B98C-0DB3-F7AB-C49F-2A233FD7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3B8FB-E0AE-DBA6-B90B-1BBED91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15A291-3A81-B88E-5F44-02675C08C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CD5F8-E700-84C7-2181-F8174646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6EDF5B-6E2B-25AF-8E68-44D0D4B9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60812-4796-A2EC-FAC0-9D719A4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68CE2-4833-BDD2-96D1-2F076254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69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ABBE9-A762-48C7-F445-98D5597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5809-F106-FBE2-9707-7B6F113A1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4C54F-0069-B7F7-AE53-444F715D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819E8-5929-C620-44B5-68C23BA5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ECB77-7F8C-9ADC-BA4B-2CB2421A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2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939E34-389E-C0FC-723F-18DE29F8F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50FB54-8592-58EE-53FC-30915F56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C1475-4BA9-9335-4570-7C0363B4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602A-BC2D-71DD-FDF7-564F9D0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E57E0-7B96-91A5-E66D-25E5EFD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79FDC5-9FA8-110D-AE20-FDAF0930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90C5-2155-66AE-B850-AF540A6C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36670-5C44-9B3D-3B9C-7EF5A42A9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85DD9-11D9-4165-9BEF-7D7B1F9BC15D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6D03A-C4C3-7D71-B6E7-923BE003F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8F090-7E30-6A3A-AF67-F162D32C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1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AC59-B0B5-3F49-245D-CD1ECCB8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251229 </a:t>
            </a:r>
            <a:r>
              <a:rPr lang="ko-KR" altLang="en-US" sz="2000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FFC77-2312-ACBB-ED19-EA64CEBF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800" dirty="0" err="1"/>
              <a:t>노션에</a:t>
            </a:r>
            <a:r>
              <a:rPr lang="ko-KR" altLang="en-US" sz="1800" dirty="0"/>
              <a:t> 설치 순서 </a:t>
            </a:r>
            <a:r>
              <a:rPr lang="ko-KR" altLang="en-US" sz="1800" dirty="0" err="1"/>
              <a:t>올려주시면</a:t>
            </a:r>
            <a:r>
              <a:rPr lang="ko-KR" altLang="en-US" sz="1800" dirty="0"/>
              <a:t> 참고해서 설치하면 됨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SW1DNC-GXW2-E_Install_1.77F(64bit) </a:t>
            </a:r>
            <a:r>
              <a:rPr lang="ko-KR" altLang="en-US" sz="1800" dirty="0"/>
              <a:t>부터 설치</a:t>
            </a:r>
            <a:endParaRPr lang="en-US" altLang="ko-KR" sz="1800" dirty="0"/>
          </a:p>
          <a:p>
            <a:r>
              <a:rPr lang="ko-KR" altLang="en-US" sz="1800" dirty="0"/>
              <a:t>설치 안되면 </a:t>
            </a:r>
            <a:r>
              <a:rPr lang="en-US" altLang="ko-KR" sz="1800" dirty="0"/>
              <a:t>16BitInstallShieldSupport </a:t>
            </a:r>
            <a:r>
              <a:rPr lang="ko-KR" altLang="en-US" sz="1800" dirty="0"/>
              <a:t>실행시키고 다시 설치할 것</a:t>
            </a:r>
            <a:r>
              <a:rPr lang="en-US" altLang="ko-KR" sz="1800" dirty="0"/>
              <a:t>!</a:t>
            </a:r>
          </a:p>
          <a:p>
            <a:endParaRPr lang="en-US" altLang="ko-KR" sz="1800" dirty="0"/>
          </a:p>
          <a:p>
            <a:r>
              <a:rPr lang="en-US" altLang="ko-KR" sz="1800" dirty="0"/>
              <a:t>Sw1dnc-gxw2-e_630g </a:t>
            </a:r>
            <a:r>
              <a:rPr lang="ko-KR" altLang="en-US" sz="1800" dirty="0"/>
              <a:t>권리자의 권한으로 </a:t>
            </a:r>
            <a:r>
              <a:rPr lang="en-US" altLang="ko-KR" sz="1800" dirty="0"/>
              <a:t>setup </a:t>
            </a:r>
            <a:r>
              <a:rPr lang="ko-KR" altLang="en-US" sz="1800" dirty="0"/>
              <a:t>실행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[SETUP] GT-Works3 DISK1 </a:t>
            </a:r>
            <a:r>
              <a:rPr lang="ko-KR" altLang="en-US" sz="1800" dirty="0"/>
              <a:t>업데이트</a:t>
            </a:r>
            <a:r>
              <a:rPr lang="en-US" altLang="ko-KR" sz="1800" dirty="0"/>
              <a:t>, </a:t>
            </a:r>
            <a:r>
              <a:rPr lang="ko-KR" altLang="en-US" sz="1800" dirty="0"/>
              <a:t>권리자의 권한으로 실행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Gtd3_2000-e_1230q </a:t>
            </a:r>
            <a:r>
              <a:rPr lang="ko-KR" altLang="en-US" sz="1800" dirty="0"/>
              <a:t>업데이트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Component_V5</a:t>
            </a:r>
            <a:r>
              <a:rPr lang="ko-KR" altLang="en-US" sz="1800" dirty="0"/>
              <a:t>에서 </a:t>
            </a:r>
            <a:r>
              <a:rPr lang="en-US" altLang="ko-KR" sz="1800" dirty="0" err="1"/>
              <a:t>EnvMEL</a:t>
            </a:r>
            <a:r>
              <a:rPr lang="en-US" altLang="ko-KR" sz="1800" dirty="0"/>
              <a:t> </a:t>
            </a:r>
            <a:r>
              <a:rPr lang="ko-KR" altLang="en-US" sz="1800" dirty="0"/>
              <a:t>먼저 설치</a:t>
            </a:r>
            <a:r>
              <a:rPr lang="en-US" altLang="ko-KR" sz="1800" dirty="0"/>
              <a:t>, setup</a:t>
            </a:r>
            <a:r>
              <a:rPr lang="ko-KR" altLang="en-US" sz="1800" dirty="0"/>
              <a:t> 폴더에서 </a:t>
            </a:r>
            <a:r>
              <a:rPr lang="en-US" altLang="ko-KR" sz="1800" dirty="0"/>
              <a:t>setup </a:t>
            </a:r>
            <a:r>
              <a:rPr lang="ko-KR" altLang="en-US" sz="1800" dirty="0"/>
              <a:t>실행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02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7690-11E0-E7F1-4FA7-B6F9A404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E8890-99F1-CB4E-0620-906C0EB3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Melsoft</a:t>
            </a:r>
            <a:r>
              <a:rPr lang="en-US" altLang="ko-KR" sz="2400" dirty="0"/>
              <a:t> GX</a:t>
            </a:r>
            <a:r>
              <a:rPr lang="ko-KR" altLang="en-US" sz="2400" dirty="0"/>
              <a:t> </a:t>
            </a:r>
            <a:r>
              <a:rPr lang="en-US" altLang="ko-KR" sz="2400" dirty="0"/>
              <a:t>Works2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A7248C-28D8-C1D5-8375-DCDBE8C9A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Alt + B + S </a:t>
            </a:r>
            <a:r>
              <a:rPr lang="ko-KR" altLang="en-US" sz="1800" dirty="0"/>
              <a:t>시뮬레이션 </a:t>
            </a:r>
            <a:r>
              <a:rPr lang="en-US" altLang="ko-KR" sz="1800" dirty="0"/>
              <a:t>ON/ OFF, </a:t>
            </a:r>
            <a:r>
              <a:rPr lang="ko-KR" altLang="en-US" sz="1800" dirty="0"/>
              <a:t>시뮬레이션 끄면 자동으로 읽기모드로 전환되므로 </a:t>
            </a:r>
            <a:r>
              <a:rPr lang="en-US" altLang="ko-KR" sz="1800" dirty="0"/>
              <a:t>F2 </a:t>
            </a:r>
            <a:r>
              <a:rPr lang="ko-KR" altLang="en-US" sz="1800" dirty="0"/>
              <a:t>누를 것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Shift + Enter </a:t>
            </a:r>
            <a:r>
              <a:rPr lang="ko-KR" altLang="en-US" sz="1800" dirty="0"/>
              <a:t>전류 흘리기</a:t>
            </a:r>
            <a:r>
              <a:rPr lang="en-US" altLang="ko-KR" sz="1800" dirty="0"/>
              <a:t>(</a:t>
            </a:r>
            <a:r>
              <a:rPr lang="ko-KR" altLang="en-US" sz="1800" dirty="0"/>
              <a:t>시뮬레이션 동작 중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F4</a:t>
            </a:r>
            <a:r>
              <a:rPr lang="ko-KR" altLang="en-US" sz="1800" dirty="0"/>
              <a:t> 컴파일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F2 </a:t>
            </a:r>
            <a:r>
              <a:rPr lang="ko-KR" altLang="en-US" sz="1800" dirty="0"/>
              <a:t>쓰기모드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Shift+ F2 </a:t>
            </a:r>
            <a:r>
              <a:rPr lang="ko-KR" altLang="en-US" sz="1800" dirty="0"/>
              <a:t>읽기모드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Shift + Insert </a:t>
            </a:r>
            <a:r>
              <a:rPr lang="ko-KR" altLang="en-US" sz="1800" dirty="0"/>
              <a:t>누르면 스테이트먼트 표시 가능 </a:t>
            </a:r>
            <a:r>
              <a:rPr lang="en-US" altLang="ko-KR" sz="1800" dirty="0"/>
              <a:t>(</a:t>
            </a:r>
            <a:r>
              <a:rPr lang="ko-KR" altLang="en-US" sz="1800" dirty="0"/>
              <a:t>보기 </a:t>
            </a:r>
            <a:r>
              <a:rPr lang="en-US" altLang="ko-KR" sz="1800" dirty="0"/>
              <a:t>– </a:t>
            </a:r>
            <a:r>
              <a:rPr lang="ko-KR" altLang="en-US" sz="1800" dirty="0"/>
              <a:t>스테이트먼트 표시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ko-KR" altLang="en-US" sz="1800" dirty="0"/>
              <a:t>세미콜론 </a:t>
            </a:r>
            <a:r>
              <a:rPr lang="en-US" altLang="ko-KR" sz="1800" dirty="0"/>
              <a:t>; </a:t>
            </a:r>
            <a:r>
              <a:rPr lang="ko-KR" altLang="en-US" sz="1800" dirty="0"/>
              <a:t>누르고 원하는 텍스트 입력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Ctrl </a:t>
            </a:r>
            <a:r>
              <a:rPr lang="ko-KR" altLang="en-US" sz="1800" dirty="0"/>
              <a:t>누르고 방향키 이동하면 병렬 연결 가능</a:t>
            </a:r>
            <a:r>
              <a:rPr lang="en-US" altLang="ko-KR" sz="1800" dirty="0"/>
              <a:t>, </a:t>
            </a:r>
            <a:r>
              <a:rPr lang="ko-KR" altLang="en-US" sz="1800" dirty="0"/>
              <a:t>위치가 옆으로 되어있어야 왼쪽에서 연결됨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71994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9BC5-4A35-3F3B-A4D5-54B3AAE7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96EC4-B188-FFA4-7DBA-0678610F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GT</a:t>
            </a:r>
            <a:r>
              <a:rPr lang="ko-KR" altLang="en-US" sz="2400" dirty="0"/>
              <a:t> </a:t>
            </a:r>
            <a:r>
              <a:rPr lang="en-US" altLang="ko-KR" sz="2400" dirty="0"/>
              <a:t>Designer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7C91D-73D7-8507-9591-571C20F5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시뮬레이션 </a:t>
            </a:r>
            <a:r>
              <a:rPr lang="en-US" altLang="ko-KR" sz="1800" dirty="0"/>
              <a:t>: ctrl + F10,</a:t>
            </a:r>
            <a:r>
              <a:rPr lang="ko-KR" altLang="en-US" sz="1800" dirty="0"/>
              <a:t> </a:t>
            </a:r>
            <a:r>
              <a:rPr lang="en-US" altLang="ko-KR" sz="1800" dirty="0"/>
              <a:t>GX </a:t>
            </a:r>
            <a:r>
              <a:rPr lang="ko-KR" altLang="en-US" sz="1800" dirty="0"/>
              <a:t>모두 시뮬레이션 모드 실행하면 연동됨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14489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368DA-F584-CCEB-1AF9-BEB22AEF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85B14-99B5-5BF3-D7ED-096FAE77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C885CD-DB6E-EB16-C5AB-6924E0182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C0 – </a:t>
            </a:r>
            <a:r>
              <a:rPr lang="ko-KR" altLang="en-US" sz="1800" dirty="0"/>
              <a:t>코일에 직접 연결해서 출력하는 것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Set</a:t>
            </a:r>
            <a:r>
              <a:rPr lang="ko-KR" altLang="en-US" sz="1800" dirty="0"/>
              <a:t>으로 설정해서 </a:t>
            </a:r>
            <a:r>
              <a:rPr lang="en-US" altLang="ko-KR" sz="1800" dirty="0"/>
              <a:t>1(</a:t>
            </a:r>
            <a:r>
              <a:rPr lang="ko-KR" altLang="en-US" sz="1800" dirty="0"/>
              <a:t>출력</a:t>
            </a:r>
            <a:r>
              <a:rPr lang="en-US" altLang="ko-KR" sz="1800" dirty="0"/>
              <a:t>)</a:t>
            </a:r>
            <a:r>
              <a:rPr lang="ko-KR" altLang="en-US" sz="1800" dirty="0"/>
              <a:t>로 만듦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C0(</a:t>
            </a:r>
            <a:r>
              <a:rPr lang="ko-KR" altLang="en-US" sz="1800" dirty="0"/>
              <a:t>정해진 숫자카운트</a:t>
            </a:r>
            <a:r>
              <a:rPr lang="en-US" altLang="ko-KR" sz="1800" dirty="0"/>
              <a:t>)</a:t>
            </a:r>
            <a:r>
              <a:rPr lang="ko-KR" altLang="en-US" sz="1800" dirty="0"/>
              <a:t> 그대로는 디스플레이에 표현할 수 없음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D0(</a:t>
            </a:r>
            <a:r>
              <a:rPr lang="ko-KR" altLang="en-US" sz="1800" dirty="0"/>
              <a:t>카운트 메모리</a:t>
            </a:r>
            <a:r>
              <a:rPr lang="en-US" altLang="ko-KR" sz="1800" dirty="0"/>
              <a:t>) – CPU </a:t>
            </a:r>
            <a:r>
              <a:rPr lang="ko-KR" altLang="en-US" sz="1800" dirty="0"/>
              <a:t>내부에서 </a:t>
            </a:r>
            <a:r>
              <a:rPr lang="en-US" altLang="ko-KR" sz="1800" dirty="0"/>
              <a:t>16</a:t>
            </a:r>
            <a:r>
              <a:rPr lang="ko-KR" altLang="en-US" sz="1800" dirty="0"/>
              <a:t>비트 메모리 저장하는 명령어 </a:t>
            </a:r>
            <a:r>
              <a:rPr lang="en-US" altLang="ko-KR" sz="1800" dirty="0"/>
              <a:t>(</a:t>
            </a:r>
            <a:r>
              <a:rPr lang="ko-KR" altLang="en-US" sz="1800" dirty="0"/>
              <a:t>데이터로 사용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MOV, SET, RESET</a:t>
            </a:r>
            <a:r>
              <a:rPr lang="ko-KR" altLang="en-US" sz="1800" dirty="0"/>
              <a:t> 사용하는 것까지 함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 err="1"/>
              <a:t>모멘터리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알터네이터</a:t>
            </a:r>
            <a:r>
              <a:rPr lang="en-US" altLang="ko-KR" sz="1800" dirty="0"/>
              <a:t>, </a:t>
            </a:r>
            <a:r>
              <a:rPr lang="ko-KR" altLang="en-US" sz="1800" dirty="0"/>
              <a:t>셋</a:t>
            </a:r>
            <a:r>
              <a:rPr lang="en-US" altLang="ko-KR" sz="1800" dirty="0"/>
              <a:t>, </a:t>
            </a:r>
            <a:r>
              <a:rPr lang="ko-KR" altLang="en-US" sz="1800"/>
              <a:t>리셋 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11725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9121E6-128A-507C-8BE4-E9BFD6860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8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DACB-B600-B0EF-1590-F88FEB465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810224-1D70-E72E-6BD2-8E4EBBB3C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1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AEE6-77D7-FCFD-91E1-05E9FB53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17EF3A-9523-20BB-FD46-185069D5F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383A87-13F8-88AF-86D3-68C437B13DE5}"/>
              </a:ext>
            </a:extLst>
          </p:cNvPr>
          <p:cNvSpPr txBox="1"/>
          <p:nvPr/>
        </p:nvSpPr>
        <p:spPr>
          <a:xfrm>
            <a:off x="1956306" y="4932074"/>
            <a:ext cx="720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-&gt; X2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ko-KR" altLang="en-US" dirty="0" err="1">
                <a:solidFill>
                  <a:srgbClr val="FF0000"/>
                </a:solidFill>
              </a:rPr>
              <a:t>켜져있어도</a:t>
            </a:r>
            <a:r>
              <a:rPr lang="ko-KR" altLang="en-US" dirty="0">
                <a:solidFill>
                  <a:srgbClr val="FF0000"/>
                </a:solidFill>
              </a:rPr>
              <a:t> 이중코일로 </a:t>
            </a:r>
            <a:r>
              <a:rPr lang="en-US" altLang="ko-KR" dirty="0">
                <a:solidFill>
                  <a:srgbClr val="FF0000"/>
                </a:solidFill>
              </a:rPr>
              <a:t>X3</a:t>
            </a:r>
            <a:r>
              <a:rPr lang="ko-KR" altLang="en-US" dirty="0">
                <a:solidFill>
                  <a:srgbClr val="FF0000"/>
                </a:solidFill>
              </a:rPr>
              <a:t>이 </a:t>
            </a:r>
            <a:r>
              <a:rPr lang="en-US" altLang="ko-KR" dirty="0">
                <a:solidFill>
                  <a:srgbClr val="FF0000"/>
                </a:solidFill>
              </a:rPr>
              <a:t>Y22</a:t>
            </a:r>
            <a:r>
              <a:rPr lang="ko-KR" altLang="en-US" dirty="0">
                <a:solidFill>
                  <a:srgbClr val="FF0000"/>
                </a:solidFill>
              </a:rPr>
              <a:t>를 끄고 있어서 </a:t>
            </a:r>
            <a:r>
              <a:rPr lang="ko-KR" altLang="en-US" dirty="0" err="1">
                <a:solidFill>
                  <a:srgbClr val="FF0000"/>
                </a:solidFill>
              </a:rPr>
              <a:t>둘다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켜져있어야만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Y22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ko-KR" altLang="en-US" dirty="0" err="1">
                <a:solidFill>
                  <a:srgbClr val="FF0000"/>
                </a:solidFill>
              </a:rPr>
              <a:t>켜짐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직렬연결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90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7EF0-A95E-72A7-5EDD-E5CD51E1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CCE8AA-9AB1-B941-9829-07A527C75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951A14-8063-D2D2-B546-DA810420904B}"/>
              </a:ext>
            </a:extLst>
          </p:cNvPr>
          <p:cNvSpPr txBox="1"/>
          <p:nvPr/>
        </p:nvSpPr>
        <p:spPr>
          <a:xfrm>
            <a:off x="1956306" y="4932074"/>
            <a:ext cx="7201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-&gt; X</a:t>
            </a:r>
            <a:r>
              <a:rPr lang="ko-KR" altLang="en-US" dirty="0">
                <a:solidFill>
                  <a:srgbClr val="FF0000"/>
                </a:solidFill>
              </a:rPr>
              <a:t>는 외부 </a:t>
            </a:r>
            <a:r>
              <a:rPr lang="en-US" altLang="ko-KR" dirty="0">
                <a:solidFill>
                  <a:srgbClr val="FF0000"/>
                </a:solidFill>
              </a:rPr>
              <a:t>16</a:t>
            </a:r>
            <a:r>
              <a:rPr lang="ko-KR" altLang="en-US" dirty="0">
                <a:solidFill>
                  <a:srgbClr val="FF0000"/>
                </a:solidFill>
              </a:rPr>
              <a:t>진수</a:t>
            </a:r>
            <a:r>
              <a:rPr lang="en-US" altLang="ko-KR" dirty="0">
                <a:solidFill>
                  <a:srgbClr val="FF0000"/>
                </a:solidFill>
              </a:rPr>
              <a:t>, M</a:t>
            </a:r>
            <a:r>
              <a:rPr lang="ko-KR" altLang="en-US" dirty="0">
                <a:solidFill>
                  <a:srgbClr val="FF0000"/>
                </a:solidFill>
              </a:rPr>
              <a:t>은 내부 릴레이 </a:t>
            </a:r>
            <a:r>
              <a:rPr lang="en-US" altLang="ko-KR" dirty="0">
                <a:solidFill>
                  <a:srgbClr val="FF0000"/>
                </a:solidFill>
              </a:rPr>
              <a:t>10</a:t>
            </a:r>
            <a:r>
              <a:rPr lang="ko-KR" altLang="en-US" dirty="0">
                <a:solidFill>
                  <a:srgbClr val="FF0000"/>
                </a:solidFill>
              </a:rPr>
              <a:t>진수 사용</a:t>
            </a:r>
          </a:p>
        </p:txBody>
      </p:sp>
    </p:spTree>
    <p:extLst>
      <p:ext uri="{BB962C8B-B14F-4D97-AF65-F5344CB8AC3E}">
        <p14:creationId xmlns:p14="http://schemas.microsoft.com/office/powerpoint/2010/main" val="373170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D535-32F6-95E0-3967-5E529243F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3BFC41-5B69-1826-39C6-E701EA1D7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00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4F0E-002A-D3D6-D31F-BD8D7A22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스크린샷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EE7DD0-57D2-5374-E19D-4BC033DEC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96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0AFC-78E9-A1CF-07D9-FA8F92C1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3B2A81-D855-D030-68C9-CC93E49FB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8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9189-7086-F1D2-7D7E-2C3E8F2D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117D4D-AFF1-8C0F-02EC-80A40C230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7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79EA-37D6-27BC-F384-FB058390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047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3C90C-67E1-1DE9-ECAC-A001F144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95A4-BB56-75B6-96AF-2DE24292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358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8DD6-DF5B-5500-2553-E58AA8A7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270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680E-DC28-5C53-A259-38A50CCF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46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2252</TotalTime>
  <Words>238</Words>
  <Application>Microsoft Office PowerPoint</Application>
  <PresentationFormat>와이드스크린</PresentationFormat>
  <Paragraphs>36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251229 수업</vt:lpstr>
      <vt:lpstr>Melsoft GX Works2</vt:lpstr>
      <vt:lpstr>GT Designer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EZENIC</dc:creator>
  <cp:lastModifiedBy>EZENIC</cp:lastModifiedBy>
  <cp:revision>56</cp:revision>
  <dcterms:created xsi:type="dcterms:W3CDTF">2025-12-17T01:02:00Z</dcterms:created>
  <dcterms:modified xsi:type="dcterms:W3CDTF">2025-12-29T09:57:37Z</dcterms:modified>
</cp:coreProperties>
</file>