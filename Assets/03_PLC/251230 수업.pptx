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  <p:sldId id="272" r:id="rId4"/>
    <p:sldId id="273" r:id="rId5"/>
    <p:sldId id="276" r:id="rId6"/>
    <p:sldId id="277" r:id="rId7"/>
    <p:sldId id="274" r:id="rId8"/>
    <p:sldId id="279" r:id="rId9"/>
    <p:sldId id="280" r:id="rId10"/>
    <p:sldId id="282" r:id="rId11"/>
    <p:sldId id="28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ECAE6-BAD7-DA3C-D756-A06051A4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0D9399-5174-ECA9-F278-B77557BFB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C808C-B58D-4D6C-C8B3-675EA3A5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8925D-D0F8-9DE1-F790-C5EF95C5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BC819-6A7E-4F27-BD31-E20EDD6E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3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42817-E51D-B76A-F5D9-2CAEA32A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F79AF-AC0B-55C7-B7B5-A5ED6DD2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F1C31-F931-0267-F7D6-7405B480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D23B18-9016-9E50-AC66-85086A72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1A898-28E0-EFFF-696C-F5754417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77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FE940-15BB-AB71-3991-4F7C44B7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DC317-1B91-D49B-7071-82CD597F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25B4A-0CA7-9177-74AD-CA2E0DB0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6B173-64B2-2C59-142B-EF36AF4A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F2E2E5-2246-D3C5-8FF5-15CD4E9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31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4EDC7-E815-8985-2953-3D2E0F0C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D72F0-00F0-8A10-B664-2F29B2F33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A3D0F8-5778-8A59-56F6-C65BF5D6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4CC0C-1957-5C43-B14D-416699BE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1F0505-E8BF-BD3A-937E-C612FE29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00954-86BD-8F70-6490-CCA5592F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9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86FA5-1293-0E3E-B3D6-A85956B4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17BB11-121F-4CA0-76BC-1E74B888C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B3F6F7-C640-A683-EBD4-4F24F0A05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6DA86-4427-A0D6-4CA7-6A85765AD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36D32F-FE80-790E-FCA4-2AF7471D8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7BD550-A024-356A-D5D6-B89D8C5C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2856F6-E0B2-BA5C-168D-4849E49A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C63B66-8348-7CBE-B0E6-8AABF19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0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C52C6-28CD-3780-B4E1-075865DB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534CCC-E0E2-8395-4B06-5E3E2D7F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BA8EFC-35E5-6ED8-6B99-B9AD2D51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D6BA6C-F1BA-8C80-93BE-030C0904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02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899FAE-F95E-2801-0927-40E18099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65D060-2831-D30D-E3F8-58B6B01A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3A754-5645-3A31-2FA3-1403D925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3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AA704-393F-E3B3-E34A-5FB3AAFF7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8A321-3164-DD38-BF9E-62162F06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18E1D6-FD36-C873-756E-628026766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A428C3-CC50-95B0-0306-BD81A97A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90C40B-D1A4-F5C9-993F-F9C9F0A5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8B98C-0DB3-F7AB-C49F-2A233FD7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9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3B8FB-E0AE-DBA6-B90B-1BBED915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15A291-3A81-B88E-5F44-02675C08C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FCD5F8-E700-84C7-2181-F8174646C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6EDF5B-6E2B-25AF-8E68-44D0D4B9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A60812-4796-A2EC-FAC0-9D719A42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468CE2-4833-BDD2-96D1-2F076254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69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ABBE9-A762-48C7-F445-98D5597D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B5809-F106-FBE2-9707-7B6F113A1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4C54F-0069-B7F7-AE53-444F715D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819E8-5929-C620-44B5-68C23BA5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ECB77-7F8C-9ADC-BA4B-2CB2421A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2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939E34-389E-C0FC-723F-18DE29F8F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50FB54-8592-58EE-53FC-30915F569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C1475-4BA9-9335-4570-7C0363B4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0602A-BC2D-71DD-FDF7-564F9D08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E57E0-7B96-91A5-E66D-25E5EFDD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27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79FDC5-9FA8-110D-AE20-FDAF0930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390C5-2155-66AE-B850-AF540A6C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36670-5C44-9B3D-3B9C-7EF5A42A9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85DD9-11D9-4165-9BEF-7D7B1F9BC15D}" type="datetimeFigureOut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6D03A-C4C3-7D71-B6E7-923BE003F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38F090-7E30-6A3A-AF67-F162D32C8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71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3AC59-B0B5-3F49-245D-CD1ECCB8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251230 </a:t>
            </a:r>
            <a:r>
              <a:rPr lang="ko-KR" altLang="en-US" sz="2000" dirty="0"/>
              <a:t>수업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FFC77-2312-ACBB-ED19-EA64CEBF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sz="1800" dirty="0"/>
              <a:t>A</a:t>
            </a:r>
            <a:r>
              <a:rPr lang="ko-KR" altLang="en-US" sz="1800" dirty="0"/>
              <a:t>접점</a:t>
            </a:r>
            <a:r>
              <a:rPr lang="en-US" altLang="ko-KR" sz="1800" dirty="0"/>
              <a:t>, B</a:t>
            </a:r>
            <a:r>
              <a:rPr lang="ko-KR" altLang="en-US" sz="1800" dirty="0"/>
              <a:t>접점 전기신호 들어올 때 한번만 전류가 흐르도록 하는 것</a:t>
            </a:r>
            <a:r>
              <a:rPr lang="en-US" altLang="ko-KR" sz="1800" dirty="0"/>
              <a:t> </a:t>
            </a:r>
            <a:r>
              <a:rPr lang="ko-KR" altLang="en-US" sz="1800" dirty="0"/>
              <a:t>→ 누르는 순간 한번만 </a:t>
            </a:r>
            <a:r>
              <a:rPr lang="en-US" altLang="ko-KR" sz="1800" dirty="0"/>
              <a:t>set</a:t>
            </a:r>
            <a:r>
              <a:rPr lang="ko-KR" altLang="en-US" sz="1800" dirty="0"/>
              <a:t> </a:t>
            </a:r>
            <a:r>
              <a:rPr lang="en-US" altLang="ko-KR" sz="1800" dirty="0"/>
              <a:t>–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상승펄스</a:t>
            </a:r>
            <a:r>
              <a:rPr lang="ko-KR" altLang="en-US" sz="1800" dirty="0"/>
              <a:t> </a:t>
            </a:r>
            <a:r>
              <a:rPr lang="en-US" altLang="ko-KR" sz="1800" dirty="0"/>
              <a:t>Shift + F7</a:t>
            </a:r>
          </a:p>
          <a:p>
            <a:r>
              <a:rPr lang="ko-KR" altLang="en-US" sz="1800" dirty="0" err="1"/>
              <a:t>하강펄스</a:t>
            </a:r>
            <a:r>
              <a:rPr lang="ko-KR" altLang="en-US" sz="1800" dirty="0"/>
              <a:t> </a:t>
            </a:r>
            <a:r>
              <a:rPr lang="en-US" altLang="ko-KR" sz="1800" dirty="0"/>
              <a:t>:</a:t>
            </a:r>
            <a:r>
              <a:rPr lang="ko-KR" altLang="en-US" sz="1800" dirty="0"/>
              <a:t> </a:t>
            </a:r>
            <a:r>
              <a:rPr lang="en-US" altLang="ko-KR" sz="1800" dirty="0"/>
              <a:t>shift + F8 </a:t>
            </a:r>
            <a:r>
              <a:rPr lang="ko-KR" altLang="en-US" sz="1800" dirty="0"/>
              <a:t>버튼을 누르는 순간은 작동안하고 뗄 때 작동함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Alt +F5 : </a:t>
            </a:r>
            <a:r>
              <a:rPr lang="ko-KR" altLang="en-US" sz="1800" dirty="0"/>
              <a:t>결과 끝에 </a:t>
            </a:r>
            <a:r>
              <a:rPr lang="ko-KR" altLang="en-US" sz="1800" dirty="0" err="1"/>
              <a:t>상승펄스</a:t>
            </a:r>
            <a:r>
              <a:rPr lang="ko-KR" altLang="en-US" sz="1800" dirty="0"/>
              <a:t> 적용 </a:t>
            </a:r>
            <a:endParaRPr lang="en-US" altLang="ko-KR" sz="1800" dirty="0"/>
          </a:p>
          <a:p>
            <a:r>
              <a:rPr lang="ko-KR" altLang="en-US" sz="1800"/>
              <a:t>펄스 → </a:t>
            </a:r>
            <a:r>
              <a:rPr lang="ko-KR" altLang="en-US" sz="1800" dirty="0">
                <a:solidFill>
                  <a:srgbClr val="FF0000"/>
                </a:solidFill>
              </a:rPr>
              <a:t>순시접점이라고 생각하면 됨</a:t>
            </a:r>
            <a:endParaRPr lang="en-US" altLang="ko-KR" sz="1800" dirty="0">
              <a:solidFill>
                <a:srgbClr val="FF0000"/>
              </a:solidFill>
            </a:endParaRPr>
          </a:p>
          <a:p>
            <a:endParaRPr lang="en-US" altLang="ko-KR" sz="1800" dirty="0"/>
          </a:p>
          <a:p>
            <a:r>
              <a:rPr lang="en-US" altLang="ko-KR" sz="1800" dirty="0"/>
              <a:t>K : 10</a:t>
            </a:r>
            <a:r>
              <a:rPr lang="ko-KR" altLang="en-US" sz="1800" dirty="0"/>
              <a:t>진수</a:t>
            </a:r>
            <a:endParaRPr lang="en-US" altLang="ko-KR" sz="1800" dirty="0"/>
          </a:p>
          <a:p>
            <a:r>
              <a:rPr lang="en-US" altLang="ko-KR" sz="1800" dirty="0"/>
              <a:t>H : 16</a:t>
            </a:r>
            <a:r>
              <a:rPr lang="ko-KR" altLang="en-US" sz="1800" dirty="0"/>
              <a:t>진수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그냥 </a:t>
            </a:r>
            <a:r>
              <a:rPr lang="en-US" altLang="ko-KR" sz="1800" dirty="0"/>
              <a:t>MOV</a:t>
            </a:r>
            <a:r>
              <a:rPr lang="ko-KR" altLang="en-US" sz="1800" dirty="0"/>
              <a:t>에서는 </a:t>
            </a:r>
            <a:r>
              <a:rPr lang="en-US" altLang="ko-KR" sz="1800" dirty="0"/>
              <a:t>±3</a:t>
            </a:r>
            <a:r>
              <a:rPr lang="ko-KR" altLang="en-US" sz="1800" dirty="0"/>
              <a:t>만까지 가능</a:t>
            </a:r>
            <a:endParaRPr lang="en-US" altLang="ko-KR" sz="1800" dirty="0"/>
          </a:p>
          <a:p>
            <a:r>
              <a:rPr lang="en-US" altLang="ko-KR" sz="1800" dirty="0"/>
              <a:t>DMOV </a:t>
            </a:r>
            <a:r>
              <a:rPr lang="ko-KR" altLang="en-US" sz="1800" dirty="0"/>
              <a:t>사용하면 </a:t>
            </a:r>
            <a:r>
              <a:rPr lang="en-US" altLang="ko-KR" sz="1800" dirty="0"/>
              <a:t>100,000 </a:t>
            </a:r>
            <a:r>
              <a:rPr lang="ko-KR" altLang="en-US" sz="1800" dirty="0"/>
              <a:t>이상의</a:t>
            </a:r>
            <a:r>
              <a:rPr lang="en-US" altLang="ko-KR" sz="1800" dirty="0"/>
              <a:t> </a:t>
            </a:r>
            <a:r>
              <a:rPr lang="ko-KR" altLang="en-US" sz="1800" dirty="0"/>
              <a:t>단위도 가능</a:t>
            </a:r>
            <a:r>
              <a:rPr lang="en-US" altLang="ko-KR" sz="1800" dirty="0"/>
              <a:t>, D0,</a:t>
            </a:r>
            <a:r>
              <a:rPr lang="ko-KR" altLang="en-US" sz="1800" dirty="0"/>
              <a:t> </a:t>
            </a:r>
            <a:r>
              <a:rPr lang="en-US" altLang="ko-KR" sz="1800" dirty="0"/>
              <a:t>D1</a:t>
            </a:r>
            <a:r>
              <a:rPr lang="ko-KR" altLang="en-US" sz="1800" dirty="0"/>
              <a:t>사용해서 표현함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en-US" altLang="ko-KR" sz="1800" dirty="0"/>
              <a:t>X</a:t>
            </a:r>
            <a:r>
              <a:rPr lang="ko-KR" altLang="en-US" sz="1800" dirty="0"/>
              <a:t>는 외부메모리 </a:t>
            </a:r>
            <a:r>
              <a:rPr lang="en-US" altLang="ko-KR" sz="1800" dirty="0"/>
              <a:t>16</a:t>
            </a:r>
            <a:r>
              <a:rPr lang="ko-KR" altLang="en-US" sz="1800" dirty="0"/>
              <a:t>진수</a:t>
            </a:r>
            <a:endParaRPr lang="en-US" altLang="ko-KR" sz="1800" dirty="0"/>
          </a:p>
        </p:txBody>
      </p:sp>
      <p:pic>
        <p:nvPicPr>
          <p:cNvPr id="5" name="그림 4" descr="텍스트, 폰트, 영수증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4F9975-DBB1-B251-9081-28E06C3E4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809" y="3187698"/>
            <a:ext cx="68199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7690-11E0-E7F1-4FA7-B6F9A404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E8890-99F1-CB4E-0620-906C0EB36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A7248C-28D8-C1D5-8375-DCDBE8C9A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Z : </a:t>
            </a:r>
            <a:r>
              <a:rPr lang="ko-KR" altLang="en-US" sz="1800" dirty="0"/>
              <a:t>인덱스  </a:t>
            </a:r>
            <a:r>
              <a:rPr lang="en-US" altLang="ko-KR" sz="1800" dirty="0"/>
              <a:t>int~</a:t>
            </a:r>
            <a:r>
              <a:rPr lang="ko-KR" altLang="en-US" sz="1800" dirty="0"/>
              <a:t>와</a:t>
            </a:r>
            <a:r>
              <a:rPr lang="en-US" altLang="ko-KR" sz="1800" dirty="0"/>
              <a:t> </a:t>
            </a:r>
            <a:r>
              <a:rPr lang="ko-KR" altLang="en-US" sz="1800" dirty="0"/>
              <a:t>비슷함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메모리 명령어 </a:t>
            </a:r>
            <a:r>
              <a:rPr lang="en-US" altLang="ko-KR" sz="1800" dirty="0"/>
              <a:t>M</a:t>
            </a:r>
            <a:r>
              <a:rPr lang="ko-KR" altLang="en-US" sz="1800" dirty="0"/>
              <a:t>을 사용하면 복잡한 출력을 간단하게 불러올 수 있고</a:t>
            </a:r>
            <a:r>
              <a:rPr lang="en-US" altLang="ko-KR" sz="1800" dirty="0"/>
              <a:t>, B</a:t>
            </a:r>
            <a:r>
              <a:rPr lang="ko-KR" altLang="en-US" sz="1800" dirty="0"/>
              <a:t>접점을 </a:t>
            </a:r>
            <a:r>
              <a:rPr lang="ko-KR" altLang="en-US" sz="1800" dirty="0" err="1"/>
              <a:t>메모리하면</a:t>
            </a:r>
            <a:r>
              <a:rPr lang="ko-KR" altLang="en-US" sz="1800" dirty="0"/>
              <a:t> 기본 </a:t>
            </a:r>
            <a:r>
              <a:rPr lang="en-US" altLang="ko-KR" sz="1800" dirty="0"/>
              <a:t>F5</a:t>
            </a:r>
            <a:r>
              <a:rPr lang="ko-KR" altLang="en-US" sz="1800" dirty="0"/>
              <a:t>로 불러올 수 있어서 편하다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994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79EA-37D6-27BC-F384-FB058390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8BCE8B-D057-A3D5-70E1-DDE561DE1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CB2E8A-E1E4-1548-F860-CCFB89CD6ADB}"/>
              </a:ext>
            </a:extLst>
          </p:cNvPr>
          <p:cNvSpPr txBox="1"/>
          <p:nvPr/>
        </p:nvSpPr>
        <p:spPr>
          <a:xfrm flipH="1">
            <a:off x="1378634" y="5205046"/>
            <a:ext cx="3101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실수형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 err="1">
                <a:solidFill>
                  <a:srgbClr val="FF0000"/>
                </a:solidFill>
              </a:rPr>
              <a:t>정수형인지</a:t>
            </a:r>
            <a:r>
              <a:rPr lang="ko-KR" altLang="en-US" sz="1200" dirty="0">
                <a:solidFill>
                  <a:srgbClr val="FF0000"/>
                </a:solidFill>
              </a:rPr>
              <a:t> 잘 기억하고 작성해야 원하는 값이 제대로 출력됨</a:t>
            </a:r>
          </a:p>
        </p:txBody>
      </p:sp>
      <p:pic>
        <p:nvPicPr>
          <p:cNvPr id="6" name="그림 5" descr="텍스트, 영수증, 폰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26BE09-ABC9-E713-A0C5-F5052DFB8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05" y="2257418"/>
            <a:ext cx="6724650" cy="2257425"/>
          </a:xfrm>
          <a:prstGeom prst="rect">
            <a:avLst/>
          </a:prstGeom>
        </p:spPr>
      </p:pic>
      <p:pic>
        <p:nvPicPr>
          <p:cNvPr id="8" name="그림 7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831243-4703-D7F4-A311-290641691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245" y="4321453"/>
            <a:ext cx="66103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4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3C90C-67E1-1DE9-ECAC-A001F144C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B2E4CD-9CDA-7042-803B-FB08BF480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pic>
        <p:nvPicPr>
          <p:cNvPr id="5" name="그림 4" descr="텍스트, 폰트, 영수증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76053A-10BD-82AB-328A-C0157B58E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232" y="3429000"/>
            <a:ext cx="681990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715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695A4-BB56-75B6-96AF-2DE24292C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898923-705A-786B-45C6-C2E17867B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258FD7-7689-23D3-C27B-8D44EF9FA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439" y="3230707"/>
            <a:ext cx="68770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5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8DD6-DF5B-5500-2553-E58AA8A71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44ECA3-6D90-F62F-6A3B-25D66E7E8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pic>
        <p:nvPicPr>
          <p:cNvPr id="5" name="그림 4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4113D8-603F-421F-B825-9FCFB1B8B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37" y="3802784"/>
            <a:ext cx="679132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70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680E-DC28-5C53-A259-38A50CCF5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78605B-4A8B-7AD1-A1D7-579F4B741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65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6ACB-0C11-35BB-B923-C48ECF725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161EA1-A6AA-BA1C-1139-680D3C421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73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EFCCC-CD76-DB1A-823D-6CB94B669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ACAA8B-7823-AB3C-6345-991F0FF66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489816"/>
            <a:ext cx="5933353" cy="5619750"/>
          </a:xfrm>
          <a:prstGeom prst="rect">
            <a:avLst/>
          </a:prstGeom>
        </p:spPr>
      </p:pic>
      <p:pic>
        <p:nvPicPr>
          <p:cNvPr id="9" name="그림 8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ADC1C9-0C67-FA0B-153C-D8565291E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89816"/>
            <a:ext cx="6086475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4F39-DEC9-329C-A290-93C624B5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459CCD-C1D7-0C8F-F344-0A6B741F4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6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8E2AF-5A56-F841-7CA9-1AD82E859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99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2648</TotalTime>
  <Words>123</Words>
  <Application>Microsoft Office PowerPoint</Application>
  <PresentationFormat>와이드스크린</PresentationFormat>
  <Paragraphs>17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251230 수업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EZENIC</dc:creator>
  <cp:lastModifiedBy>EZENIC</cp:lastModifiedBy>
  <cp:revision>83</cp:revision>
  <dcterms:created xsi:type="dcterms:W3CDTF">2025-12-17T01:02:00Z</dcterms:created>
  <dcterms:modified xsi:type="dcterms:W3CDTF">2025-12-30T09:39:29Z</dcterms:modified>
</cp:coreProperties>
</file>