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4" r:id="rId3"/>
    <p:sldId id="293" r:id="rId4"/>
    <p:sldId id="292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80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ECAE6-BAD7-DA3C-D756-A06051A4E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0D9399-5174-ECA9-F278-B77557BFB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C808C-B58D-4D6C-C8B3-675EA3A5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8925D-D0F8-9DE1-F790-C5EF95C5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BC819-6A7E-4F27-BD31-E20EDD6E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3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42817-E51D-B76A-F5D9-2CAEA32A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F79AF-AC0B-55C7-B7B5-A5ED6DD2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F1C31-F931-0267-F7D6-7405B480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D23B18-9016-9E50-AC66-85086A72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1A898-28E0-EFFF-696C-F5754417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77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FE940-15BB-AB71-3991-4F7C44B7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DC317-1B91-D49B-7071-82CD597F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D25B4A-0CA7-9177-74AD-CA2E0DB0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6B173-64B2-2C59-142B-EF36AF4A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F2E2E5-2246-D3C5-8FF5-15CD4E9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31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4EDC7-E815-8985-2953-3D2E0F0C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D72F0-00F0-8A10-B664-2F29B2F33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A3D0F8-5778-8A59-56F6-C65BF5D6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74CC0C-1957-5C43-B14D-416699BE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1F0505-E8BF-BD3A-937E-C612FE29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E00954-86BD-8F70-6490-CCA5592F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96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86FA5-1293-0E3E-B3D6-A85956B4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17BB11-121F-4CA0-76BC-1E74B888C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B3F6F7-C640-A683-EBD4-4F24F0A05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6DA86-4427-A0D6-4CA7-6A85765AD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36D32F-FE80-790E-FCA4-2AF7471D8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7BD550-A024-356A-D5D6-B89D8C5C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2856F6-E0B2-BA5C-168D-4849E49A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C63B66-8348-7CBE-B0E6-8AABF19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0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C52C6-28CD-3780-B4E1-075865DB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534CCC-E0E2-8395-4B06-5E3E2D7FD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BA8EFC-35E5-6ED8-6B99-B9AD2D51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D6BA6C-F1BA-8C80-93BE-030C0904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02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899FAE-F95E-2801-0927-40E18099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65D060-2831-D30D-E3F8-58B6B01A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3A754-5645-3A31-2FA3-1403D925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3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AA704-393F-E3B3-E34A-5FB3AAFF7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8A321-3164-DD38-BF9E-62162F06E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18E1D6-FD36-C873-756E-628026766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A428C3-CC50-95B0-0306-BD81A97A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90C40B-D1A4-F5C9-993F-F9C9F0A5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18B98C-0DB3-F7AB-C49F-2A233FD7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89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3B8FB-E0AE-DBA6-B90B-1BBED915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15A291-3A81-B88E-5F44-02675C08C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FCD5F8-E700-84C7-2181-F8174646C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6EDF5B-6E2B-25AF-8E68-44D0D4B9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A60812-4796-A2EC-FAC0-9D719A42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468CE2-4833-BDD2-96D1-2F076254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699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ABBE9-A762-48C7-F445-98D5597D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3B5809-F106-FBE2-9707-7B6F113A1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04C54F-0069-B7F7-AE53-444F715D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819E8-5929-C620-44B5-68C23BA5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ECB77-7F8C-9ADC-BA4B-2CB2421A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2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939E34-389E-C0FC-723F-18DE29F8F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50FB54-8592-58EE-53FC-30915F569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C1475-4BA9-9335-4570-7C0363B4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C0602A-BC2D-71DD-FDF7-564F9D08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E57E0-7B96-91A5-E66D-25E5EFDD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27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79FDC5-9FA8-110D-AE20-FDAF0930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390C5-2155-66AE-B850-AF540A6C0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36670-5C44-9B3D-3B9C-7EF5A42A9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85DD9-11D9-4165-9BEF-7D7B1F9BC15D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26D03A-C4C3-7D71-B6E7-923BE003F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38F090-7E30-6A3A-AF67-F162D32C8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71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3AC59-B0B5-3F49-245D-CD1ECCB8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260107 </a:t>
            </a:r>
            <a:r>
              <a:rPr lang="ko-KR" altLang="en-US" sz="2000" dirty="0"/>
              <a:t>수업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FFC77-2312-ACBB-ED19-EA64CEBF0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altLang="ko-KR" sz="1800" dirty="0"/>
              <a:t>X</a:t>
            </a:r>
            <a:r>
              <a:rPr lang="ko-KR" altLang="en-US" sz="1800" dirty="0"/>
              <a:t>는 입력 릴레이</a:t>
            </a:r>
            <a:r>
              <a:rPr lang="en-US" altLang="ko-KR" sz="1800" dirty="0"/>
              <a:t>,</a:t>
            </a:r>
            <a:r>
              <a:rPr lang="ko-KR" altLang="en-US" sz="1800" dirty="0"/>
              <a:t> 외부 입력신호로서 유니티에서 반응해서 </a:t>
            </a:r>
            <a:r>
              <a:rPr lang="en-US" altLang="ko-KR" sz="1800" dirty="0"/>
              <a:t>PLC</a:t>
            </a:r>
            <a:r>
              <a:rPr lang="ko-KR" altLang="en-US" sz="1800" dirty="0"/>
              <a:t>에 신호를 입력함</a:t>
            </a:r>
            <a:br>
              <a:rPr lang="en-US" altLang="ko-KR" sz="1800" dirty="0"/>
            </a:br>
            <a:r>
              <a:rPr lang="en-US" altLang="ko-KR" sz="1800" dirty="0"/>
              <a:t>Ex) </a:t>
            </a:r>
            <a:r>
              <a:rPr lang="ko-KR" altLang="en-US" sz="1800" dirty="0"/>
              <a:t>광학센서</a:t>
            </a:r>
            <a:r>
              <a:rPr lang="en-US" altLang="ko-KR" sz="1800" dirty="0"/>
              <a:t>, </a:t>
            </a:r>
            <a:r>
              <a:rPr lang="ko-KR" altLang="en-US" sz="1800" dirty="0"/>
              <a:t>실린더센서 감지 → </a:t>
            </a:r>
            <a:r>
              <a:rPr lang="en-US" altLang="ko-KR" sz="1800" u="sng" dirty="0"/>
              <a:t>X1</a:t>
            </a:r>
            <a:r>
              <a:rPr lang="ko-KR" altLang="en-US" sz="1800" u="sng" dirty="0"/>
              <a:t>으로 설정 돼있는 포워드 센서에 로드가 닿으면 </a:t>
            </a:r>
            <a:r>
              <a:rPr lang="en-US" altLang="ko-KR" sz="1800" u="sng" dirty="0"/>
              <a:t>X1</a:t>
            </a:r>
            <a:r>
              <a:rPr lang="ko-KR" altLang="en-US" sz="1800" u="sng" dirty="0"/>
              <a:t>이 </a:t>
            </a:r>
            <a:r>
              <a:rPr lang="ko-KR" altLang="en-US" sz="1800" u="sng" dirty="0" err="1"/>
              <a:t>여자됨</a:t>
            </a:r>
            <a:endParaRPr lang="en-US" altLang="ko-KR" sz="1800" u="sng" dirty="0"/>
          </a:p>
          <a:p>
            <a:pPr marL="342900" indent="-342900">
              <a:buAutoNum type="arabicPeriod"/>
            </a:pPr>
            <a:endParaRPr lang="en-US" altLang="ko-KR" sz="1800" u="sng" dirty="0"/>
          </a:p>
          <a:p>
            <a:pPr marL="342900" indent="-342900">
              <a:buAutoNum type="arabicPeriod"/>
            </a:pPr>
            <a:r>
              <a:rPr lang="en-US" altLang="ko-KR" sz="1800" dirty="0"/>
              <a:t>Y</a:t>
            </a:r>
            <a:r>
              <a:rPr lang="ko-KR" altLang="en-US" sz="1800" dirty="0"/>
              <a:t>는 출력 릴레이</a:t>
            </a:r>
            <a:r>
              <a:rPr lang="en-US" altLang="ko-KR" sz="1800" dirty="0"/>
              <a:t>, </a:t>
            </a:r>
            <a:r>
              <a:rPr lang="ko-KR" altLang="en-US" sz="1800" dirty="0"/>
              <a:t>외부 출력신호로서 </a:t>
            </a:r>
            <a:r>
              <a:rPr lang="en-US" altLang="ko-KR" sz="1800" dirty="0"/>
              <a:t>PLC </a:t>
            </a:r>
            <a:r>
              <a:rPr lang="ko-KR" altLang="en-US" sz="1800" dirty="0" err="1"/>
              <a:t>래더에서</a:t>
            </a:r>
            <a:r>
              <a:rPr lang="ko-KR" altLang="en-US" sz="1800" dirty="0"/>
              <a:t> 도출된 신호를 유니티에 출력으로 보냄</a:t>
            </a:r>
            <a:r>
              <a:rPr lang="en-US" altLang="ko-KR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Ex) </a:t>
            </a:r>
            <a:r>
              <a:rPr lang="ko-KR" altLang="en-US" sz="1800" dirty="0"/>
              <a:t>램프</a:t>
            </a:r>
            <a:r>
              <a:rPr lang="en-US" altLang="ko-KR" sz="1800" dirty="0"/>
              <a:t>, </a:t>
            </a:r>
            <a:r>
              <a:rPr lang="ko-KR" altLang="en-US" sz="1800" dirty="0"/>
              <a:t>컨베이어 운전</a:t>
            </a:r>
            <a:r>
              <a:rPr lang="en-US" altLang="ko-KR" sz="1800" dirty="0"/>
              <a:t>, </a:t>
            </a:r>
            <a:r>
              <a:rPr lang="ko-KR" altLang="en-US" sz="1800" dirty="0"/>
              <a:t>로드 전진</a:t>
            </a:r>
            <a:r>
              <a:rPr lang="en-US" altLang="ko-KR" sz="1800" dirty="0"/>
              <a:t>, </a:t>
            </a:r>
            <a:r>
              <a:rPr lang="ko-KR" altLang="en-US" sz="1800" dirty="0"/>
              <a:t>생산</a:t>
            </a:r>
            <a:endParaRPr lang="en-US" altLang="ko-KR" sz="1800" dirty="0"/>
          </a:p>
          <a:p>
            <a:pPr marL="342900" indent="-342900">
              <a:buAutoNum type="arabicPeriod"/>
            </a:pPr>
            <a:endParaRPr lang="en-US" altLang="ko-KR" sz="1800" dirty="0"/>
          </a:p>
          <a:p>
            <a:pPr marL="342900" indent="-342900">
              <a:buAutoNum type="arabicPeriod"/>
            </a:pPr>
            <a:r>
              <a:rPr lang="en-US" altLang="ko-KR" sz="1800" dirty="0"/>
              <a:t>M</a:t>
            </a:r>
            <a:r>
              <a:rPr lang="ko-KR" altLang="en-US" sz="1800" dirty="0"/>
              <a:t>은 내부 릴레이로서 가상보조스위치 로직의 연결</a:t>
            </a:r>
            <a:r>
              <a:rPr lang="en-US" altLang="ko-KR" sz="1800" dirty="0"/>
              <a:t>, </a:t>
            </a:r>
            <a:r>
              <a:rPr lang="ko-KR" altLang="en-US" sz="1800" dirty="0"/>
              <a:t>자기유지회로에 사용</a:t>
            </a:r>
            <a:endParaRPr lang="en-US" altLang="ko-KR" sz="1800" dirty="0"/>
          </a:p>
          <a:p>
            <a:pPr marL="342900" indent="-342900">
              <a:buAutoNum type="arabicPeriod"/>
            </a:pPr>
            <a:endParaRPr lang="en-US" altLang="ko-KR" sz="1800" dirty="0"/>
          </a:p>
          <a:p>
            <a:pPr marL="342900" indent="-342900">
              <a:buAutoNum type="arabicPeriod"/>
            </a:pPr>
            <a:r>
              <a:rPr lang="en-US" altLang="ko-KR" sz="1800" dirty="0"/>
              <a:t>D</a:t>
            </a:r>
            <a:r>
              <a:rPr lang="ko-KR" altLang="en-US" sz="1800" dirty="0"/>
              <a:t>는 데이터 레지스터로서 숫자를 저장함</a:t>
            </a:r>
            <a:br>
              <a:rPr lang="en-US" altLang="ko-KR" sz="1800" dirty="0"/>
            </a:br>
            <a:r>
              <a:rPr lang="en-US" altLang="ko-KR" sz="1800" dirty="0"/>
              <a:t>Ex) [MOV K100 D0] : D0</a:t>
            </a:r>
            <a:r>
              <a:rPr lang="ko-KR" altLang="en-US" sz="1800" dirty="0"/>
              <a:t>에 숫자 </a:t>
            </a:r>
            <a:r>
              <a:rPr lang="en-US" altLang="ko-KR" sz="1800" dirty="0"/>
              <a:t>100</a:t>
            </a:r>
            <a:r>
              <a:rPr lang="ko-KR" altLang="en-US" sz="1800" dirty="0"/>
              <a:t>을 저장</a:t>
            </a:r>
            <a:r>
              <a:rPr lang="en-US" altLang="ko-KR" sz="1800" dirty="0"/>
              <a:t> </a:t>
            </a:r>
            <a:r>
              <a:rPr lang="ko-KR" altLang="en-US" sz="1800" dirty="0"/>
              <a:t>→ 단계별로 진행하는 </a:t>
            </a:r>
            <a:r>
              <a:rPr lang="ko-KR" altLang="en-US" sz="1800" dirty="0" err="1"/>
              <a:t>래더</a:t>
            </a:r>
            <a:r>
              <a:rPr lang="ko-KR" altLang="en-US" sz="1800" dirty="0"/>
              <a:t> 생성 가능</a:t>
            </a:r>
            <a:br>
              <a:rPr lang="en-US" altLang="ko-KR" sz="1800" dirty="0"/>
            </a:br>
            <a:r>
              <a:rPr lang="en-US" altLang="ko-KR" sz="1800" dirty="0"/>
              <a:t>[= D0 K50] : D0</a:t>
            </a:r>
            <a:r>
              <a:rPr lang="ko-KR" altLang="en-US" sz="1800" dirty="0"/>
              <a:t>의 값이 </a:t>
            </a:r>
            <a:r>
              <a:rPr lang="en-US" altLang="ko-KR" sz="1800" dirty="0"/>
              <a:t>50</a:t>
            </a:r>
            <a:r>
              <a:rPr lang="ko-KR" altLang="en-US" sz="1800" dirty="0"/>
              <a:t>인지 확인하는 접점</a:t>
            </a:r>
            <a:r>
              <a:rPr lang="en-US" altLang="ko-KR" sz="1800" dirty="0"/>
              <a:t>.</a:t>
            </a:r>
          </a:p>
          <a:p>
            <a:pPr marL="342900" indent="-342900">
              <a:buAutoNum type="arabicPeriod"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029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12564-234A-019A-2D13-EDE35BCB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19C01-1989-6BFE-6A4E-2FD1F49FB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EX02 PLC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래더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18862A-5266-29EA-D5FD-7CEE8A8DF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altLang="ko-KR" sz="1800" dirty="0"/>
              <a:t>X4(</a:t>
            </a:r>
            <a:r>
              <a:rPr lang="ko-KR" altLang="en-US" sz="1800" dirty="0"/>
              <a:t>광학 센서</a:t>
            </a:r>
            <a:r>
              <a:rPr lang="en-US" altLang="ko-KR" sz="1800" dirty="0"/>
              <a:t>3)</a:t>
            </a:r>
            <a:r>
              <a:rPr lang="ko-KR" altLang="en-US" sz="1800" dirty="0"/>
              <a:t>가 감지되면 입력으로 </a:t>
            </a:r>
            <a:r>
              <a:rPr lang="en-US" altLang="ko-KR" sz="1800" dirty="0"/>
              <a:t>PLC</a:t>
            </a:r>
            <a:r>
              <a:rPr lang="ko-KR" altLang="en-US" sz="1800" dirty="0"/>
              <a:t>에 신호 전달</a:t>
            </a:r>
            <a:endParaRPr lang="en-US" altLang="ko-KR" sz="1800" dirty="0"/>
          </a:p>
          <a:p>
            <a:pPr marL="342900" indent="-342900">
              <a:buAutoNum type="arabicPeriod"/>
            </a:pPr>
            <a:r>
              <a:rPr lang="ko-KR" altLang="en-US" sz="1800" u="sng" dirty="0"/>
              <a:t>로드가 전진하면 </a:t>
            </a:r>
            <a:r>
              <a:rPr lang="en-US" altLang="ko-KR" sz="1800" u="sng" dirty="0"/>
              <a:t>Forward Sensor</a:t>
            </a:r>
            <a:r>
              <a:rPr lang="ko-KR" altLang="en-US" sz="1800" u="sng" dirty="0"/>
              <a:t>에 감지됨 → </a:t>
            </a:r>
            <a:r>
              <a:rPr lang="en-US" altLang="ko-KR" sz="1800" u="sng" dirty="0"/>
              <a:t>PLC </a:t>
            </a:r>
            <a:r>
              <a:rPr lang="ko-KR" altLang="en-US" sz="1800" u="sng" dirty="0" err="1"/>
              <a:t>래더</a:t>
            </a:r>
            <a:r>
              <a:rPr lang="ko-KR" altLang="en-US" sz="1800" u="sng" dirty="0"/>
              <a:t> </a:t>
            </a:r>
            <a:r>
              <a:rPr lang="en-US" altLang="ko-KR" sz="1800" u="sng" dirty="0"/>
              <a:t>X5</a:t>
            </a:r>
            <a:r>
              <a:rPr lang="ko-KR" altLang="en-US" sz="1800" u="sng" dirty="0"/>
              <a:t>에 신호 입력됨</a:t>
            </a:r>
            <a:endParaRPr lang="en-US" altLang="ko-KR" sz="1800" u="sng" dirty="0"/>
          </a:p>
          <a:p>
            <a:pPr marL="342900" indent="-342900">
              <a:buAutoNum type="arabicPeriod"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30694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ACF8C-69F9-C27B-6F54-B888975BC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72A63A-86CE-F007-4A99-F7C2A0907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9423C7-5805-6146-A43E-55536647D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8349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2DAB3-25B7-123A-F329-48BDBFD5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030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4917</TotalTime>
  <Words>140</Words>
  <Application>Microsoft Office PowerPoint</Application>
  <PresentationFormat>와이드스크린</PresentationFormat>
  <Paragraphs>12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260107 수업</vt:lpstr>
      <vt:lpstr>EX02 PLC 래더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EZENIC</dc:creator>
  <cp:lastModifiedBy>EZENIC</cp:lastModifiedBy>
  <cp:revision>156</cp:revision>
  <dcterms:created xsi:type="dcterms:W3CDTF">2025-12-17T01:02:00Z</dcterms:created>
  <dcterms:modified xsi:type="dcterms:W3CDTF">2026-01-07T09:39:31Z</dcterms:modified>
</cp:coreProperties>
</file>