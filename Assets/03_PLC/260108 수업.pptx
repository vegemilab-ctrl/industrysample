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84" r:id="rId3"/>
    <p:sldId id="293" r:id="rId4"/>
    <p:sldId id="292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80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7ECAE6-BAD7-DA3C-D756-A06051A4E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20D9399-5174-ECA9-F278-B77557BFB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3C808C-B58D-4D6C-C8B3-675EA3A53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C8925D-D0F8-9DE1-F790-C5EF95C59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3BC819-6A7E-4F27-BD31-E20EDD6E4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130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D42817-E51D-B76A-F5D9-2CAEA32A2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2F79AF-AC0B-55C7-B7B5-A5ED6DD2B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DF1C31-F931-0267-F7D6-7405B480C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D23B18-9016-9E50-AC66-85086A72F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71A898-28E0-EFFF-696C-F57544178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771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EFE940-15BB-AB71-3991-4F7C44B71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4DC317-1B91-D49B-7071-82CD597F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D25B4A-0CA7-9177-74AD-CA2E0DB0F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E6B173-64B2-2C59-142B-EF36AF4A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F2E2E5-2246-D3C5-8FF5-15CD4E96F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312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E4EDC7-E815-8985-2953-3D2E0F0CA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4D72F0-00F0-8A10-B664-2F29B2F33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A3D0F8-5778-8A59-56F6-C65BF5D60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74CC0C-1957-5C43-B14D-416699BED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41F0505-E8BF-BD3A-937E-C612FE29C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E00954-86BD-8F70-6490-CCA5592F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96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586FA5-1293-0E3E-B3D6-A85956B4D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17BB11-121F-4CA0-76BC-1E74B888C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B3F6F7-C640-A683-EBD4-4F24F0A050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6DA86-4427-A0D6-4CA7-6A85765AD3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F36D32F-FE80-790E-FCA4-2AF7471D8B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C7BD550-A024-356A-D5D6-B89D8C5C4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92856F6-E0B2-BA5C-168D-4849E49A0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DC63B66-8348-7CBE-B0E6-8AABF19A6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05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2C52C6-28CD-3780-B4E1-075865DBA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534CCC-E0E2-8395-4B06-5E3E2D7FD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BA8EFC-35E5-6ED8-6B99-B9AD2D518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0D6BA6C-F1BA-8C80-93BE-030C0904A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5024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B899FAE-F95E-2801-0927-40E18099A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E65D060-2831-D30D-E3F8-58B6B01A4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C3A754-5645-3A31-2FA3-1403D9257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38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EAA704-393F-E3B3-E34A-5FB3AAFF7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88A321-3164-DD38-BF9E-62162F06E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18E1D6-FD36-C873-756E-628026766A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A428C3-CC50-95B0-0306-BD81A97A1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90C40B-D1A4-F5C9-993F-F9C9F0A5F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18B98C-0DB3-F7AB-C49F-2A233FD72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895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C3B8FB-E0AE-DBA6-B90B-1BBED915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115A291-3A81-B88E-5F44-02675C08C9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FCD5F8-E700-84C7-2181-F8174646CC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6EDF5B-6E2B-25AF-8E68-44D0D4B94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A60812-4796-A2EC-FAC0-9D719A42F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468CE2-4833-BDD2-96D1-2F076254E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699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4ABBE9-A762-48C7-F445-98D5597D2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23B5809-F106-FBE2-9707-7B6F113A1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04C54F-0069-B7F7-AE53-444F715DC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1819E8-5929-C620-44B5-68C23BA57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FECB77-7F8C-9ADC-BA4B-2CB2421A7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0228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7939E34-389E-C0FC-723F-18DE29F8FF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850FB54-8592-58EE-53FC-30915F569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3C1475-4BA9-9335-4570-7C0363B40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C0602A-BC2D-71DD-FDF7-564F9D08B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1E57E0-7B96-91A5-E66D-25E5EFDDF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7277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D79FDC5-9FA8-110D-AE20-FDAF0930C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0390C5-2155-66AE-B850-AF540A6C0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C36670-5C44-9B3D-3B9C-7EF5A42A94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A85DD9-11D9-4165-9BEF-7D7B1F9BC15D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26D03A-C4C3-7D71-B6E7-923BE003FC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38F090-7E30-6A3A-AF67-F162D32C8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2713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F3AC59-B0B5-3F49-245D-CD1ECCB88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260108 </a:t>
            </a:r>
            <a:r>
              <a:rPr lang="ko-KR" altLang="en-US" sz="2000" dirty="0"/>
              <a:t>수업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4FFC77-2312-ACBB-ED19-EA64CEBF0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AutoNum type="arabicPeriod"/>
            </a:pP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40291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12564-234A-019A-2D13-EDE35BCBB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19C01-1989-6BFE-6A4E-2FD1F49FB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EX02 PLC</a:t>
            </a:r>
            <a:r>
              <a:rPr lang="ko-KR" altLang="en-US" sz="2000" dirty="0"/>
              <a:t> </a:t>
            </a:r>
            <a:r>
              <a:rPr lang="ko-KR" altLang="en-US" sz="2000" dirty="0" err="1"/>
              <a:t>래더</a:t>
            </a:r>
            <a:endParaRPr lang="ko-KR" altLang="en-US" sz="2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18862A-5266-29EA-D5FD-7CEE8A8DF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AutoNum type="arabicPeriod"/>
            </a:pP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3306948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ACF8C-69F9-C27B-6F54-B888975BC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72A63A-86CE-F007-4A99-F7C2A0907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ko-KR" altLang="en-US" sz="2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9423C7-5805-6146-A43E-55536647D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283498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2DAB3-25B7-123A-F329-48BDBFD55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3030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4917</TotalTime>
  <Words>5</Words>
  <Application>Microsoft Office PowerPoint</Application>
  <PresentationFormat>와이드스크린</PresentationFormat>
  <Paragraphs>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260108 수업</vt:lpstr>
      <vt:lpstr>EX02 PLC 래더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EZENIC</dc:creator>
  <cp:lastModifiedBy>EZENIC</cp:lastModifiedBy>
  <cp:revision>157</cp:revision>
  <dcterms:created xsi:type="dcterms:W3CDTF">2025-12-17T01:02:00Z</dcterms:created>
  <dcterms:modified xsi:type="dcterms:W3CDTF">2026-01-08T01:17:48Z</dcterms:modified>
</cp:coreProperties>
</file>